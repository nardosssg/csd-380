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9"/>
  </p:notesMasterIdLst>
  <p:sldIdLst>
    <p:sldId id="256" r:id="rId2"/>
    <p:sldId id="267" r:id="rId3"/>
    <p:sldId id="262" r:id="rId4"/>
    <p:sldId id="264" r:id="rId5"/>
    <p:sldId id="265" r:id="rId6"/>
    <p:sldId id="266" r:id="rId7"/>
    <p:sldId id="290" r:id="rId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0"/>
    </p:embeddedFont>
    <p:embeddedFont>
      <p:font typeface="Orbitron" panose="020B0604020202020204" charset="0"/>
      <p:regular r:id="rId11"/>
      <p:bold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200AB6-FA17-45F3-99A5-177C99E77663}">
  <a:tblStyle styleId="{51200AB6-FA17-45F3-99A5-177C99E776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72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5499a6d873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5499a6d873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https://snyk.io/articles/securing-source-code-repositories/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https://www.wiz.io/academy/application-security/source-code-security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book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https://www.endpointprotector.com/blog/your-ultimate-guide-to-source-code-protection/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6" name="Google Shape;305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99132"/>
            <a:ext cx="4528800" cy="25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674768"/>
            <a:ext cx="4528800" cy="40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4" name="Google Shape;734;p24"/>
          <p:cNvSpPr txBox="1">
            <a:spLocks noGrp="1"/>
          </p:cNvSpPr>
          <p:nvPr>
            <p:ph type="subTitle" idx="1"/>
          </p:nvPr>
        </p:nvSpPr>
        <p:spPr>
          <a:xfrm>
            <a:off x="3735712" y="2599823"/>
            <a:ext cx="2658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24"/>
          <p:cNvSpPr txBox="1">
            <a:spLocks noGrp="1"/>
          </p:cNvSpPr>
          <p:nvPr>
            <p:ph type="subTitle" idx="2"/>
          </p:nvPr>
        </p:nvSpPr>
        <p:spPr>
          <a:xfrm>
            <a:off x="713242" y="2599823"/>
            <a:ext cx="26583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24"/>
          <p:cNvSpPr txBox="1">
            <a:spLocks noGrp="1"/>
          </p:cNvSpPr>
          <p:nvPr>
            <p:ph type="subTitle" idx="3"/>
          </p:nvPr>
        </p:nvSpPr>
        <p:spPr>
          <a:xfrm>
            <a:off x="713242" y="2112200"/>
            <a:ext cx="2658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37" name="Google Shape;737;p24"/>
          <p:cNvSpPr txBox="1">
            <a:spLocks noGrp="1"/>
          </p:cNvSpPr>
          <p:nvPr>
            <p:ph type="subTitle" idx="4"/>
          </p:nvPr>
        </p:nvSpPr>
        <p:spPr>
          <a:xfrm>
            <a:off x="3735715" y="2112200"/>
            <a:ext cx="2658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38" name="Google Shape;738;p24"/>
          <p:cNvGrpSpPr/>
          <p:nvPr/>
        </p:nvGrpSpPr>
        <p:grpSpPr>
          <a:xfrm>
            <a:off x="6930828" y="2114524"/>
            <a:ext cx="2944654" cy="3069675"/>
            <a:chOff x="6930828" y="2114524"/>
            <a:chExt cx="2944654" cy="3069675"/>
          </a:xfrm>
        </p:grpSpPr>
        <p:sp>
          <p:nvSpPr>
            <p:cNvPr id="739" name="Google Shape;739;p24"/>
            <p:cNvSpPr/>
            <p:nvPr/>
          </p:nvSpPr>
          <p:spPr>
            <a:xfrm rot="2700000">
              <a:off x="7533262" y="2438954"/>
              <a:ext cx="1739787" cy="2424583"/>
            </a:xfrm>
            <a:custGeom>
              <a:avLst/>
              <a:gdLst/>
              <a:ahLst/>
              <a:cxnLst/>
              <a:rect l="l" t="t" r="r" b="b"/>
              <a:pathLst>
                <a:path w="26478" h="36900" extrusionOk="0">
                  <a:moveTo>
                    <a:pt x="1" y="0"/>
                  </a:moveTo>
                  <a:lnTo>
                    <a:pt x="1" y="6805"/>
                  </a:lnTo>
                  <a:lnTo>
                    <a:pt x="12579" y="6805"/>
                  </a:lnTo>
                  <a:lnTo>
                    <a:pt x="20363" y="14582"/>
                  </a:lnTo>
                  <a:lnTo>
                    <a:pt x="20363" y="30992"/>
                  </a:lnTo>
                  <a:lnTo>
                    <a:pt x="26270" y="36899"/>
                  </a:lnTo>
                  <a:lnTo>
                    <a:pt x="26478" y="36692"/>
                  </a:lnTo>
                  <a:lnTo>
                    <a:pt x="20657" y="30871"/>
                  </a:lnTo>
                  <a:lnTo>
                    <a:pt x="20657" y="14461"/>
                  </a:lnTo>
                  <a:lnTo>
                    <a:pt x="12747" y="6551"/>
                  </a:lnTo>
                  <a:lnTo>
                    <a:pt x="12707" y="6511"/>
                  </a:lnTo>
                  <a:lnTo>
                    <a:pt x="295" y="6511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4"/>
            <p:cNvSpPr/>
            <p:nvPr/>
          </p:nvSpPr>
          <p:spPr>
            <a:xfrm rot="2700000">
              <a:off x="8776570" y="3297532"/>
              <a:ext cx="299755" cy="299360"/>
            </a:xfrm>
            <a:custGeom>
              <a:avLst/>
              <a:gdLst/>
              <a:ahLst/>
              <a:cxnLst/>
              <a:rect l="l" t="t" r="r" b="b"/>
              <a:pathLst>
                <a:path w="4562" h="4556" extrusionOk="0">
                  <a:moveTo>
                    <a:pt x="1" y="1"/>
                  </a:moveTo>
                  <a:lnTo>
                    <a:pt x="1" y="1300"/>
                  </a:lnTo>
                  <a:lnTo>
                    <a:pt x="1635" y="2928"/>
                  </a:lnTo>
                  <a:lnTo>
                    <a:pt x="3263" y="4556"/>
                  </a:lnTo>
                  <a:lnTo>
                    <a:pt x="4562" y="4556"/>
                  </a:lnTo>
                  <a:lnTo>
                    <a:pt x="2285" y="22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4"/>
            <p:cNvSpPr/>
            <p:nvPr/>
          </p:nvSpPr>
          <p:spPr>
            <a:xfrm rot="2700000">
              <a:off x="8634337" y="2129752"/>
              <a:ext cx="73526" cy="73526"/>
            </a:xfrm>
            <a:custGeom>
              <a:avLst/>
              <a:gdLst/>
              <a:ahLst/>
              <a:cxnLst/>
              <a:rect l="l" t="t" r="r" b="b"/>
              <a:pathLst>
                <a:path w="1119" h="1119" extrusionOk="0">
                  <a:moveTo>
                    <a:pt x="563" y="295"/>
                  </a:moveTo>
                  <a:cubicBezTo>
                    <a:pt x="710" y="295"/>
                    <a:pt x="824" y="415"/>
                    <a:pt x="824" y="563"/>
                  </a:cubicBezTo>
                  <a:cubicBezTo>
                    <a:pt x="824" y="703"/>
                    <a:pt x="710" y="824"/>
                    <a:pt x="563" y="824"/>
                  </a:cubicBezTo>
                  <a:cubicBezTo>
                    <a:pt x="416" y="824"/>
                    <a:pt x="302" y="703"/>
                    <a:pt x="302" y="563"/>
                  </a:cubicBezTo>
                  <a:cubicBezTo>
                    <a:pt x="302" y="415"/>
                    <a:pt x="416" y="295"/>
                    <a:pt x="563" y="295"/>
                  </a:cubicBezTo>
                  <a:close/>
                  <a:moveTo>
                    <a:pt x="563" y="0"/>
                  </a:moveTo>
                  <a:cubicBezTo>
                    <a:pt x="255" y="0"/>
                    <a:pt x="0" y="248"/>
                    <a:pt x="0" y="556"/>
                  </a:cubicBezTo>
                  <a:cubicBezTo>
                    <a:pt x="0" y="871"/>
                    <a:pt x="255" y="1119"/>
                    <a:pt x="563" y="1119"/>
                  </a:cubicBezTo>
                  <a:cubicBezTo>
                    <a:pt x="871" y="1119"/>
                    <a:pt x="1119" y="864"/>
                    <a:pt x="1119" y="556"/>
                  </a:cubicBezTo>
                  <a:cubicBezTo>
                    <a:pt x="1119" y="248"/>
                    <a:pt x="871" y="0"/>
                    <a:pt x="5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 rot="2700000">
              <a:off x="8125237" y="5095389"/>
              <a:ext cx="73526" cy="73592"/>
            </a:xfrm>
            <a:custGeom>
              <a:avLst/>
              <a:gdLst/>
              <a:ahLst/>
              <a:cxnLst/>
              <a:rect l="l" t="t" r="r" b="b"/>
              <a:pathLst>
                <a:path w="1119" h="1120" extrusionOk="0">
                  <a:moveTo>
                    <a:pt x="563" y="302"/>
                  </a:moveTo>
                  <a:cubicBezTo>
                    <a:pt x="710" y="302"/>
                    <a:pt x="824" y="416"/>
                    <a:pt x="824" y="564"/>
                  </a:cubicBezTo>
                  <a:cubicBezTo>
                    <a:pt x="824" y="711"/>
                    <a:pt x="704" y="825"/>
                    <a:pt x="563" y="825"/>
                  </a:cubicBezTo>
                  <a:cubicBezTo>
                    <a:pt x="416" y="825"/>
                    <a:pt x="295" y="711"/>
                    <a:pt x="295" y="564"/>
                  </a:cubicBezTo>
                  <a:cubicBezTo>
                    <a:pt x="295" y="416"/>
                    <a:pt x="416" y="302"/>
                    <a:pt x="563" y="302"/>
                  </a:cubicBezTo>
                  <a:close/>
                  <a:moveTo>
                    <a:pt x="563" y="1"/>
                  </a:moveTo>
                  <a:cubicBezTo>
                    <a:pt x="255" y="1"/>
                    <a:pt x="0" y="255"/>
                    <a:pt x="0" y="564"/>
                  </a:cubicBezTo>
                  <a:cubicBezTo>
                    <a:pt x="0" y="872"/>
                    <a:pt x="255" y="1119"/>
                    <a:pt x="563" y="1119"/>
                  </a:cubicBezTo>
                  <a:cubicBezTo>
                    <a:pt x="871" y="1119"/>
                    <a:pt x="1119" y="872"/>
                    <a:pt x="1119" y="564"/>
                  </a:cubicBezTo>
                  <a:cubicBezTo>
                    <a:pt x="1119" y="255"/>
                    <a:pt x="871" y="1"/>
                    <a:pt x="5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 rot="2700000">
              <a:off x="8326835" y="4084730"/>
              <a:ext cx="627238" cy="889080"/>
            </a:xfrm>
            <a:custGeom>
              <a:avLst/>
              <a:gdLst/>
              <a:ahLst/>
              <a:cxnLst/>
              <a:rect l="l" t="t" r="r" b="b"/>
              <a:pathLst>
                <a:path w="9546" h="13531" extrusionOk="0">
                  <a:moveTo>
                    <a:pt x="81" y="0"/>
                  </a:moveTo>
                  <a:lnTo>
                    <a:pt x="1" y="88"/>
                  </a:lnTo>
                  <a:lnTo>
                    <a:pt x="5687" y="5774"/>
                  </a:lnTo>
                  <a:lnTo>
                    <a:pt x="5687" y="9759"/>
                  </a:lnTo>
                  <a:lnTo>
                    <a:pt x="9458" y="13530"/>
                  </a:lnTo>
                  <a:lnTo>
                    <a:pt x="9545" y="13450"/>
                  </a:lnTo>
                  <a:lnTo>
                    <a:pt x="5808" y="9713"/>
                  </a:lnTo>
                  <a:lnTo>
                    <a:pt x="5808" y="5727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 rot="2700000">
              <a:off x="8368710" y="2426483"/>
              <a:ext cx="448581" cy="263682"/>
            </a:xfrm>
            <a:custGeom>
              <a:avLst/>
              <a:gdLst/>
              <a:ahLst/>
              <a:cxnLst/>
              <a:rect l="l" t="t" r="r" b="b"/>
              <a:pathLst>
                <a:path w="6827" h="4013" extrusionOk="0">
                  <a:moveTo>
                    <a:pt x="81" y="0"/>
                  </a:moveTo>
                  <a:lnTo>
                    <a:pt x="1" y="87"/>
                  </a:lnTo>
                  <a:lnTo>
                    <a:pt x="2030" y="2123"/>
                  </a:lnTo>
                  <a:lnTo>
                    <a:pt x="4850" y="2123"/>
                  </a:lnTo>
                  <a:lnTo>
                    <a:pt x="6746" y="4012"/>
                  </a:lnTo>
                  <a:lnTo>
                    <a:pt x="6826" y="3932"/>
                  </a:lnTo>
                  <a:lnTo>
                    <a:pt x="4904" y="2003"/>
                  </a:lnTo>
                  <a:lnTo>
                    <a:pt x="2084" y="200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4"/>
            <p:cNvSpPr/>
            <p:nvPr/>
          </p:nvSpPr>
          <p:spPr>
            <a:xfrm rot="2700000">
              <a:off x="7272171" y="4646335"/>
              <a:ext cx="103488" cy="103488"/>
            </a:xfrm>
            <a:custGeom>
              <a:avLst/>
              <a:gdLst/>
              <a:ahLst/>
              <a:cxnLst/>
              <a:rect l="l" t="t" r="r" b="b"/>
              <a:pathLst>
                <a:path w="1575" h="1575" extrusionOk="0">
                  <a:moveTo>
                    <a:pt x="215" y="0"/>
                  </a:moveTo>
                  <a:lnTo>
                    <a:pt x="1" y="215"/>
                  </a:lnTo>
                  <a:lnTo>
                    <a:pt x="1354" y="1574"/>
                  </a:lnTo>
                  <a:lnTo>
                    <a:pt x="1575" y="1353"/>
                  </a:lnTo>
                  <a:lnTo>
                    <a:pt x="2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4"/>
            <p:cNvSpPr/>
            <p:nvPr/>
          </p:nvSpPr>
          <p:spPr>
            <a:xfrm rot="2700000">
              <a:off x="7294459" y="4787145"/>
              <a:ext cx="59005" cy="59005"/>
            </a:xfrm>
            <a:custGeom>
              <a:avLst/>
              <a:gdLst/>
              <a:ahLst/>
              <a:cxnLst/>
              <a:rect l="l" t="t" r="r" b="b"/>
              <a:pathLst>
                <a:path w="898" h="898" extrusionOk="0">
                  <a:moveTo>
                    <a:pt x="221" y="0"/>
                  </a:moveTo>
                  <a:lnTo>
                    <a:pt x="0" y="221"/>
                  </a:lnTo>
                  <a:lnTo>
                    <a:pt x="683" y="898"/>
                  </a:lnTo>
                  <a:lnTo>
                    <a:pt x="898" y="684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4"/>
            <p:cNvSpPr/>
            <p:nvPr/>
          </p:nvSpPr>
          <p:spPr>
            <a:xfrm rot="2700000">
              <a:off x="7309312" y="4862675"/>
              <a:ext cx="28648" cy="28648"/>
            </a:xfrm>
            <a:custGeom>
              <a:avLst/>
              <a:gdLst/>
              <a:ahLst/>
              <a:cxnLst/>
              <a:rect l="l" t="t" r="r" b="b"/>
              <a:pathLst>
                <a:path w="436" h="436" extrusionOk="0">
                  <a:moveTo>
                    <a:pt x="222" y="1"/>
                  </a:moveTo>
                  <a:lnTo>
                    <a:pt x="1" y="222"/>
                  </a:lnTo>
                  <a:lnTo>
                    <a:pt x="222" y="436"/>
                  </a:lnTo>
                  <a:lnTo>
                    <a:pt x="436" y="22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4"/>
            <p:cNvSpPr/>
            <p:nvPr/>
          </p:nvSpPr>
          <p:spPr>
            <a:xfrm rot="2700000">
              <a:off x="7225433" y="4162100"/>
              <a:ext cx="447201" cy="788745"/>
            </a:xfrm>
            <a:custGeom>
              <a:avLst/>
              <a:gdLst/>
              <a:ahLst/>
              <a:cxnLst/>
              <a:rect l="l" t="t" r="r" b="b"/>
              <a:pathLst>
                <a:path w="6806" h="12004" extrusionOk="0">
                  <a:moveTo>
                    <a:pt x="1" y="1"/>
                  </a:moveTo>
                  <a:lnTo>
                    <a:pt x="1" y="3376"/>
                  </a:lnTo>
                  <a:lnTo>
                    <a:pt x="6632" y="10007"/>
                  </a:lnTo>
                  <a:lnTo>
                    <a:pt x="6632" y="12003"/>
                  </a:lnTo>
                  <a:lnTo>
                    <a:pt x="6806" y="12003"/>
                  </a:lnTo>
                  <a:lnTo>
                    <a:pt x="6806" y="9934"/>
                  </a:lnTo>
                  <a:lnTo>
                    <a:pt x="175" y="3303"/>
                  </a:lnTo>
                  <a:lnTo>
                    <a:pt x="1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 rot="2700000">
              <a:off x="8358191" y="3979335"/>
              <a:ext cx="37059" cy="37059"/>
            </a:xfrm>
            <a:custGeom>
              <a:avLst/>
              <a:gdLst/>
              <a:ahLst/>
              <a:cxnLst/>
              <a:rect l="l" t="t" r="r" b="b"/>
              <a:pathLst>
                <a:path w="564" h="564" extrusionOk="0">
                  <a:moveTo>
                    <a:pt x="483" y="1"/>
                  </a:moveTo>
                  <a:lnTo>
                    <a:pt x="1" y="490"/>
                  </a:lnTo>
                  <a:lnTo>
                    <a:pt x="75" y="564"/>
                  </a:lnTo>
                  <a:lnTo>
                    <a:pt x="564" y="81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4"/>
            <p:cNvSpPr/>
            <p:nvPr/>
          </p:nvSpPr>
          <p:spPr>
            <a:xfrm rot="2700000">
              <a:off x="8357492" y="3978961"/>
              <a:ext cx="36599" cy="36599"/>
            </a:xfrm>
            <a:custGeom>
              <a:avLst/>
              <a:gdLst/>
              <a:ahLst/>
              <a:cxnLst/>
              <a:rect l="l" t="t" r="r" b="b"/>
              <a:pathLst>
                <a:path w="557" h="557" extrusionOk="0">
                  <a:moveTo>
                    <a:pt x="74" y="1"/>
                  </a:moveTo>
                  <a:lnTo>
                    <a:pt x="1" y="74"/>
                  </a:lnTo>
                  <a:lnTo>
                    <a:pt x="483" y="557"/>
                  </a:lnTo>
                  <a:lnTo>
                    <a:pt x="557" y="483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4"/>
            <p:cNvSpPr/>
            <p:nvPr/>
          </p:nvSpPr>
          <p:spPr>
            <a:xfrm rot="2700000">
              <a:off x="8284793" y="3905904"/>
              <a:ext cx="36993" cy="37059"/>
            </a:xfrm>
            <a:custGeom>
              <a:avLst/>
              <a:gdLst/>
              <a:ahLst/>
              <a:cxnLst/>
              <a:rect l="l" t="t" r="r" b="b"/>
              <a:pathLst>
                <a:path w="563" h="564" extrusionOk="0">
                  <a:moveTo>
                    <a:pt x="489" y="1"/>
                  </a:moveTo>
                  <a:lnTo>
                    <a:pt x="0" y="490"/>
                  </a:lnTo>
                  <a:lnTo>
                    <a:pt x="81" y="564"/>
                  </a:lnTo>
                  <a:lnTo>
                    <a:pt x="563" y="81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 rot="2700000">
              <a:off x="8283970" y="3905669"/>
              <a:ext cx="37059" cy="36599"/>
            </a:xfrm>
            <a:custGeom>
              <a:avLst/>
              <a:gdLst/>
              <a:ahLst/>
              <a:cxnLst/>
              <a:rect l="l" t="t" r="r" b="b"/>
              <a:pathLst>
                <a:path w="564" h="557" extrusionOk="0">
                  <a:moveTo>
                    <a:pt x="81" y="1"/>
                  </a:moveTo>
                  <a:lnTo>
                    <a:pt x="1" y="74"/>
                  </a:lnTo>
                  <a:lnTo>
                    <a:pt x="490" y="557"/>
                  </a:lnTo>
                  <a:lnTo>
                    <a:pt x="564" y="483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 rot="2700000">
              <a:off x="8371744" y="4111700"/>
              <a:ext cx="36993" cy="36599"/>
            </a:xfrm>
            <a:custGeom>
              <a:avLst/>
              <a:gdLst/>
              <a:ahLst/>
              <a:cxnLst/>
              <a:rect l="l" t="t" r="r" b="b"/>
              <a:pathLst>
                <a:path w="563" h="557" extrusionOk="0">
                  <a:moveTo>
                    <a:pt x="483" y="0"/>
                  </a:moveTo>
                  <a:lnTo>
                    <a:pt x="0" y="483"/>
                  </a:lnTo>
                  <a:lnTo>
                    <a:pt x="74" y="556"/>
                  </a:lnTo>
                  <a:lnTo>
                    <a:pt x="563" y="74"/>
                  </a:lnTo>
                  <a:lnTo>
                    <a:pt x="4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 rot="2700000">
              <a:off x="8371303" y="4111911"/>
              <a:ext cx="36993" cy="37059"/>
            </a:xfrm>
            <a:custGeom>
              <a:avLst/>
              <a:gdLst/>
              <a:ahLst/>
              <a:cxnLst/>
              <a:rect l="l" t="t" r="r" b="b"/>
              <a:pathLst>
                <a:path w="563" h="564" extrusionOk="0">
                  <a:moveTo>
                    <a:pt x="81" y="1"/>
                  </a:moveTo>
                  <a:lnTo>
                    <a:pt x="0" y="81"/>
                  </a:lnTo>
                  <a:lnTo>
                    <a:pt x="489" y="564"/>
                  </a:lnTo>
                  <a:lnTo>
                    <a:pt x="563" y="490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 rot="2700000">
              <a:off x="8298768" y="4039409"/>
              <a:ext cx="37059" cy="37059"/>
            </a:xfrm>
            <a:custGeom>
              <a:avLst/>
              <a:gdLst/>
              <a:ahLst/>
              <a:cxnLst/>
              <a:rect l="l" t="t" r="r" b="b"/>
              <a:pathLst>
                <a:path w="564" h="564" extrusionOk="0">
                  <a:moveTo>
                    <a:pt x="483" y="1"/>
                  </a:moveTo>
                  <a:lnTo>
                    <a:pt x="1" y="483"/>
                  </a:lnTo>
                  <a:lnTo>
                    <a:pt x="81" y="564"/>
                  </a:lnTo>
                  <a:lnTo>
                    <a:pt x="563" y="81"/>
                  </a:lnTo>
                  <a:lnTo>
                    <a:pt x="4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 rot="2700000">
              <a:off x="8298173" y="4038782"/>
              <a:ext cx="36993" cy="37059"/>
            </a:xfrm>
            <a:custGeom>
              <a:avLst/>
              <a:gdLst/>
              <a:ahLst/>
              <a:cxnLst/>
              <a:rect l="l" t="t" r="r" b="b"/>
              <a:pathLst>
                <a:path w="563" h="564" extrusionOk="0">
                  <a:moveTo>
                    <a:pt x="81" y="1"/>
                  </a:moveTo>
                  <a:lnTo>
                    <a:pt x="0" y="81"/>
                  </a:lnTo>
                  <a:lnTo>
                    <a:pt x="483" y="564"/>
                  </a:lnTo>
                  <a:lnTo>
                    <a:pt x="563" y="490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 rot="2700000">
              <a:off x="7774410" y="4822198"/>
              <a:ext cx="126354" cy="20303"/>
            </a:xfrm>
            <a:custGeom>
              <a:avLst/>
              <a:gdLst/>
              <a:ahLst/>
              <a:cxnLst/>
              <a:rect l="l" t="t" r="r" b="b"/>
              <a:pathLst>
                <a:path w="1923" h="309" extrusionOk="0">
                  <a:moveTo>
                    <a:pt x="0" y="1"/>
                  </a:moveTo>
                  <a:lnTo>
                    <a:pt x="0" y="309"/>
                  </a:lnTo>
                  <a:lnTo>
                    <a:pt x="1923" y="309"/>
                  </a:lnTo>
                  <a:lnTo>
                    <a:pt x="19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 rot="2700000">
              <a:off x="7890138" y="4906222"/>
              <a:ext cx="62947" cy="20303"/>
            </a:xfrm>
            <a:custGeom>
              <a:avLst/>
              <a:gdLst/>
              <a:ahLst/>
              <a:cxnLst/>
              <a:rect l="l" t="t" r="r" b="b"/>
              <a:pathLst>
                <a:path w="958" h="309" extrusionOk="0">
                  <a:moveTo>
                    <a:pt x="0" y="1"/>
                  </a:moveTo>
                  <a:lnTo>
                    <a:pt x="0" y="309"/>
                  </a:lnTo>
                  <a:lnTo>
                    <a:pt x="958" y="309"/>
                  </a:lnTo>
                  <a:lnTo>
                    <a:pt x="9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 rot="2700000">
              <a:off x="7953948" y="4948711"/>
              <a:ext cx="20303" cy="20303"/>
            </a:xfrm>
            <a:custGeom>
              <a:avLst/>
              <a:gdLst/>
              <a:ahLst/>
              <a:cxnLst/>
              <a:rect l="l" t="t" r="r" b="b"/>
              <a:pathLst>
                <a:path w="309" h="309" extrusionOk="0">
                  <a:moveTo>
                    <a:pt x="0" y="1"/>
                  </a:moveTo>
                  <a:lnTo>
                    <a:pt x="0" y="309"/>
                  </a:lnTo>
                  <a:lnTo>
                    <a:pt x="308" y="309"/>
                  </a:lnTo>
                  <a:lnTo>
                    <a:pt x="3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 flipH="1">
              <a:off x="7561756" y="3021553"/>
              <a:ext cx="2308830" cy="1917213"/>
            </a:xfrm>
            <a:custGeom>
              <a:avLst/>
              <a:gdLst/>
              <a:ahLst/>
              <a:cxnLst/>
              <a:rect l="l" t="t" r="r" b="b"/>
              <a:pathLst>
                <a:path w="35138" h="29178" fill="none" extrusionOk="0">
                  <a:moveTo>
                    <a:pt x="35138" y="29177"/>
                  </a:moveTo>
                  <a:lnTo>
                    <a:pt x="29177" y="29177"/>
                  </a:ln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3" name="Google Shape;763;p25"/>
          <p:cNvSpPr txBox="1">
            <a:spLocks noGrp="1"/>
          </p:cNvSpPr>
          <p:nvPr>
            <p:ph type="subTitle" idx="1"/>
          </p:nvPr>
        </p:nvSpPr>
        <p:spPr>
          <a:xfrm>
            <a:off x="4985239" y="1362825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25"/>
          <p:cNvSpPr txBox="1">
            <a:spLocks noGrp="1"/>
          </p:cNvSpPr>
          <p:nvPr>
            <p:ph type="subTitle" idx="2"/>
          </p:nvPr>
        </p:nvSpPr>
        <p:spPr>
          <a:xfrm>
            <a:off x="1211050" y="1362825"/>
            <a:ext cx="2947800" cy="28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5" name="Google Shape;765;p25"/>
          <p:cNvGrpSpPr/>
          <p:nvPr/>
        </p:nvGrpSpPr>
        <p:grpSpPr>
          <a:xfrm>
            <a:off x="-1220762" y="2833184"/>
            <a:ext cx="11459986" cy="3555637"/>
            <a:chOff x="-1220762" y="2833184"/>
            <a:chExt cx="11459986" cy="3555637"/>
          </a:xfrm>
        </p:grpSpPr>
        <p:sp>
          <p:nvSpPr>
            <p:cNvPr id="766" name="Google Shape;766;p25"/>
            <p:cNvSpPr/>
            <p:nvPr/>
          </p:nvSpPr>
          <p:spPr>
            <a:xfrm flipH="1">
              <a:off x="-559298" y="6309512"/>
              <a:ext cx="79309" cy="79309"/>
            </a:xfrm>
            <a:custGeom>
              <a:avLst/>
              <a:gdLst/>
              <a:ahLst/>
              <a:cxnLst/>
              <a:rect l="l" t="t" r="r" b="b"/>
              <a:pathLst>
                <a:path w="1207" h="1207" extrusionOk="0">
                  <a:moveTo>
                    <a:pt x="604" y="315"/>
                  </a:moveTo>
                  <a:cubicBezTo>
                    <a:pt x="758" y="315"/>
                    <a:pt x="885" y="443"/>
                    <a:pt x="885" y="603"/>
                  </a:cubicBezTo>
                  <a:cubicBezTo>
                    <a:pt x="885" y="757"/>
                    <a:pt x="758" y="885"/>
                    <a:pt x="604" y="885"/>
                  </a:cubicBezTo>
                  <a:cubicBezTo>
                    <a:pt x="443" y="885"/>
                    <a:pt x="316" y="757"/>
                    <a:pt x="316" y="603"/>
                  </a:cubicBezTo>
                  <a:cubicBezTo>
                    <a:pt x="316" y="443"/>
                    <a:pt x="443" y="315"/>
                    <a:pt x="604" y="315"/>
                  </a:cubicBezTo>
                  <a:close/>
                  <a:moveTo>
                    <a:pt x="604" y="1"/>
                  </a:moveTo>
                  <a:cubicBezTo>
                    <a:pt x="269" y="1"/>
                    <a:pt x="1" y="269"/>
                    <a:pt x="1" y="603"/>
                  </a:cubicBezTo>
                  <a:cubicBezTo>
                    <a:pt x="1" y="932"/>
                    <a:pt x="269" y="1206"/>
                    <a:pt x="604" y="1206"/>
                  </a:cubicBezTo>
                  <a:cubicBezTo>
                    <a:pt x="932" y="1206"/>
                    <a:pt x="1207" y="932"/>
                    <a:pt x="1207" y="603"/>
                  </a:cubicBezTo>
                  <a:cubicBezTo>
                    <a:pt x="1207" y="269"/>
                    <a:pt x="932" y="1"/>
                    <a:pt x="6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5"/>
            <p:cNvSpPr/>
            <p:nvPr/>
          </p:nvSpPr>
          <p:spPr>
            <a:xfrm flipH="1">
              <a:off x="7933051" y="4238020"/>
              <a:ext cx="1209938" cy="713912"/>
            </a:xfrm>
            <a:custGeom>
              <a:avLst/>
              <a:gdLst/>
              <a:ahLst/>
              <a:cxnLst/>
              <a:rect l="l" t="t" r="r" b="b"/>
              <a:pathLst>
                <a:path w="18414" h="10865" extrusionOk="0">
                  <a:moveTo>
                    <a:pt x="6799" y="1"/>
                  </a:moveTo>
                  <a:lnTo>
                    <a:pt x="1" y="48"/>
                  </a:lnTo>
                  <a:lnTo>
                    <a:pt x="7254" y="7295"/>
                  </a:lnTo>
                  <a:lnTo>
                    <a:pt x="10503" y="7295"/>
                  </a:lnTo>
                  <a:lnTo>
                    <a:pt x="14080" y="10865"/>
                  </a:lnTo>
                  <a:lnTo>
                    <a:pt x="18413" y="10865"/>
                  </a:lnTo>
                  <a:lnTo>
                    <a:pt x="9646" y="2104"/>
                  </a:lnTo>
                  <a:lnTo>
                    <a:pt x="8895" y="2104"/>
                  </a:lnTo>
                  <a:lnTo>
                    <a:pt x="67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5"/>
            <p:cNvSpPr/>
            <p:nvPr/>
          </p:nvSpPr>
          <p:spPr>
            <a:xfrm flipH="1">
              <a:off x="-316471" y="4117267"/>
              <a:ext cx="1209478" cy="713912"/>
            </a:xfrm>
            <a:custGeom>
              <a:avLst/>
              <a:gdLst/>
              <a:ahLst/>
              <a:cxnLst/>
              <a:rect l="l" t="t" r="r" b="b"/>
              <a:pathLst>
                <a:path w="18407" h="10865" extrusionOk="0">
                  <a:moveTo>
                    <a:pt x="0" y="1"/>
                  </a:moveTo>
                  <a:lnTo>
                    <a:pt x="8761" y="8768"/>
                  </a:lnTo>
                  <a:lnTo>
                    <a:pt x="9512" y="8768"/>
                  </a:lnTo>
                  <a:lnTo>
                    <a:pt x="11608" y="10865"/>
                  </a:lnTo>
                  <a:lnTo>
                    <a:pt x="18407" y="10824"/>
                  </a:lnTo>
                  <a:lnTo>
                    <a:pt x="11159" y="3577"/>
                  </a:lnTo>
                  <a:lnTo>
                    <a:pt x="7904" y="3577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5"/>
            <p:cNvSpPr/>
            <p:nvPr/>
          </p:nvSpPr>
          <p:spPr>
            <a:xfrm flipH="1">
              <a:off x="70496" y="4978629"/>
              <a:ext cx="39687" cy="39687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523" y="1"/>
                  </a:moveTo>
                  <a:lnTo>
                    <a:pt x="1" y="523"/>
                  </a:lnTo>
                  <a:lnTo>
                    <a:pt x="81" y="604"/>
                  </a:lnTo>
                  <a:lnTo>
                    <a:pt x="604" y="88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5"/>
            <p:cNvSpPr/>
            <p:nvPr/>
          </p:nvSpPr>
          <p:spPr>
            <a:xfrm flipH="1">
              <a:off x="70496" y="4978629"/>
              <a:ext cx="39687" cy="39687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81" y="1"/>
                  </a:moveTo>
                  <a:lnTo>
                    <a:pt x="1" y="81"/>
                  </a:lnTo>
                  <a:lnTo>
                    <a:pt x="523" y="604"/>
                  </a:lnTo>
                  <a:lnTo>
                    <a:pt x="604" y="523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5"/>
            <p:cNvSpPr/>
            <p:nvPr/>
          </p:nvSpPr>
          <p:spPr>
            <a:xfrm flipH="1">
              <a:off x="-53623" y="4978629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522" y="1"/>
                  </a:moveTo>
                  <a:lnTo>
                    <a:pt x="0" y="517"/>
                  </a:lnTo>
                  <a:lnTo>
                    <a:pt x="87" y="604"/>
                  </a:lnTo>
                  <a:lnTo>
                    <a:pt x="610" y="81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5"/>
            <p:cNvSpPr/>
            <p:nvPr/>
          </p:nvSpPr>
          <p:spPr>
            <a:xfrm flipH="1">
              <a:off x="-53623" y="4978629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87" y="1"/>
                  </a:moveTo>
                  <a:lnTo>
                    <a:pt x="0" y="81"/>
                  </a:lnTo>
                  <a:lnTo>
                    <a:pt x="522" y="604"/>
                  </a:lnTo>
                  <a:lnTo>
                    <a:pt x="610" y="523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5"/>
            <p:cNvSpPr/>
            <p:nvPr/>
          </p:nvSpPr>
          <p:spPr>
            <a:xfrm flipH="1">
              <a:off x="-513106" y="5881763"/>
              <a:ext cx="38833" cy="271569"/>
            </a:xfrm>
            <a:custGeom>
              <a:avLst/>
              <a:gdLst/>
              <a:ahLst/>
              <a:cxnLst/>
              <a:rect l="l" t="t" r="r" b="b"/>
              <a:pathLst>
                <a:path w="591" h="4133" extrusionOk="0">
                  <a:moveTo>
                    <a:pt x="590" y="0"/>
                  </a:moveTo>
                  <a:lnTo>
                    <a:pt x="1" y="590"/>
                  </a:lnTo>
                  <a:lnTo>
                    <a:pt x="1" y="2063"/>
                  </a:lnTo>
                  <a:lnTo>
                    <a:pt x="1" y="3543"/>
                  </a:lnTo>
                  <a:lnTo>
                    <a:pt x="590" y="4133"/>
                  </a:lnTo>
                  <a:lnTo>
                    <a:pt x="590" y="2063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5"/>
            <p:cNvSpPr/>
            <p:nvPr/>
          </p:nvSpPr>
          <p:spPr>
            <a:xfrm flipH="1">
              <a:off x="814221" y="4705356"/>
              <a:ext cx="191997" cy="191932"/>
            </a:xfrm>
            <a:custGeom>
              <a:avLst/>
              <a:gdLst/>
              <a:ahLst/>
              <a:cxnLst/>
              <a:rect l="l" t="t" r="r" b="b"/>
              <a:pathLst>
                <a:path w="2922" h="2921" extrusionOk="0">
                  <a:moveTo>
                    <a:pt x="1" y="0"/>
                  </a:moveTo>
                  <a:lnTo>
                    <a:pt x="1461" y="1461"/>
                  </a:lnTo>
                  <a:lnTo>
                    <a:pt x="2921" y="2921"/>
                  </a:lnTo>
                  <a:lnTo>
                    <a:pt x="2921" y="2090"/>
                  </a:lnTo>
                  <a:lnTo>
                    <a:pt x="1876" y="1045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5"/>
            <p:cNvSpPr/>
            <p:nvPr/>
          </p:nvSpPr>
          <p:spPr>
            <a:xfrm flipH="1">
              <a:off x="1275941" y="4356784"/>
              <a:ext cx="79703" cy="79309"/>
            </a:xfrm>
            <a:custGeom>
              <a:avLst/>
              <a:gdLst/>
              <a:ahLst/>
              <a:cxnLst/>
              <a:rect l="l" t="t" r="r" b="b"/>
              <a:pathLst>
                <a:path w="1213" h="1207" extrusionOk="0">
                  <a:moveTo>
                    <a:pt x="610" y="322"/>
                  </a:moveTo>
                  <a:cubicBezTo>
                    <a:pt x="764" y="322"/>
                    <a:pt x="891" y="449"/>
                    <a:pt x="891" y="603"/>
                  </a:cubicBezTo>
                  <a:cubicBezTo>
                    <a:pt x="891" y="764"/>
                    <a:pt x="764" y="891"/>
                    <a:pt x="610" y="891"/>
                  </a:cubicBezTo>
                  <a:cubicBezTo>
                    <a:pt x="449" y="891"/>
                    <a:pt x="322" y="764"/>
                    <a:pt x="322" y="603"/>
                  </a:cubicBezTo>
                  <a:cubicBezTo>
                    <a:pt x="322" y="449"/>
                    <a:pt x="449" y="322"/>
                    <a:pt x="610" y="322"/>
                  </a:cubicBezTo>
                  <a:close/>
                  <a:moveTo>
                    <a:pt x="610" y="1"/>
                  </a:moveTo>
                  <a:cubicBezTo>
                    <a:pt x="275" y="1"/>
                    <a:pt x="1" y="275"/>
                    <a:pt x="1" y="603"/>
                  </a:cubicBezTo>
                  <a:cubicBezTo>
                    <a:pt x="1" y="938"/>
                    <a:pt x="275" y="1206"/>
                    <a:pt x="610" y="1206"/>
                  </a:cubicBezTo>
                  <a:cubicBezTo>
                    <a:pt x="938" y="1206"/>
                    <a:pt x="1213" y="938"/>
                    <a:pt x="1213" y="603"/>
                  </a:cubicBezTo>
                  <a:cubicBezTo>
                    <a:pt x="1213" y="268"/>
                    <a:pt x="938" y="1"/>
                    <a:pt x="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5"/>
            <p:cNvSpPr/>
            <p:nvPr/>
          </p:nvSpPr>
          <p:spPr>
            <a:xfrm flipH="1">
              <a:off x="-529832" y="4409611"/>
              <a:ext cx="1836196" cy="1910117"/>
            </a:xfrm>
            <a:custGeom>
              <a:avLst/>
              <a:gdLst/>
              <a:ahLst/>
              <a:cxnLst/>
              <a:rect l="l" t="t" r="r" b="b"/>
              <a:pathLst>
                <a:path w="27945" h="29070" extrusionOk="0">
                  <a:moveTo>
                    <a:pt x="222" y="0"/>
                  </a:moveTo>
                  <a:lnTo>
                    <a:pt x="1" y="221"/>
                  </a:lnTo>
                  <a:lnTo>
                    <a:pt x="8943" y="9163"/>
                  </a:lnTo>
                  <a:lnTo>
                    <a:pt x="8989" y="9210"/>
                  </a:lnTo>
                  <a:lnTo>
                    <a:pt x="15620" y="9210"/>
                  </a:lnTo>
                  <a:lnTo>
                    <a:pt x="27630" y="21220"/>
                  </a:lnTo>
                  <a:lnTo>
                    <a:pt x="27630" y="29070"/>
                  </a:lnTo>
                  <a:lnTo>
                    <a:pt x="27945" y="29070"/>
                  </a:lnTo>
                  <a:lnTo>
                    <a:pt x="27945" y="21086"/>
                  </a:lnTo>
                  <a:lnTo>
                    <a:pt x="15801" y="8942"/>
                  </a:lnTo>
                  <a:lnTo>
                    <a:pt x="15754" y="8895"/>
                  </a:lnTo>
                  <a:lnTo>
                    <a:pt x="9117" y="889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5"/>
            <p:cNvSpPr/>
            <p:nvPr/>
          </p:nvSpPr>
          <p:spPr>
            <a:xfrm flipH="1">
              <a:off x="-352463" y="5138821"/>
              <a:ext cx="488995" cy="487747"/>
            </a:xfrm>
            <a:custGeom>
              <a:avLst/>
              <a:gdLst/>
              <a:ahLst/>
              <a:cxnLst/>
              <a:rect l="l" t="t" r="r" b="b"/>
              <a:pathLst>
                <a:path w="7442" h="7423" extrusionOk="0">
                  <a:moveTo>
                    <a:pt x="0" y="1"/>
                  </a:moveTo>
                  <a:lnTo>
                    <a:pt x="0" y="128"/>
                  </a:lnTo>
                  <a:lnTo>
                    <a:pt x="3289" y="128"/>
                  </a:lnTo>
                  <a:lnTo>
                    <a:pt x="7308" y="4154"/>
                  </a:lnTo>
                  <a:lnTo>
                    <a:pt x="7308" y="7422"/>
                  </a:lnTo>
                  <a:lnTo>
                    <a:pt x="7441" y="7422"/>
                  </a:lnTo>
                  <a:lnTo>
                    <a:pt x="7441" y="4100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5"/>
            <p:cNvSpPr/>
            <p:nvPr/>
          </p:nvSpPr>
          <p:spPr>
            <a:xfrm flipH="1">
              <a:off x="386016" y="4703582"/>
              <a:ext cx="90742" cy="91202"/>
            </a:xfrm>
            <a:custGeom>
              <a:avLst/>
              <a:gdLst/>
              <a:ahLst/>
              <a:cxnLst/>
              <a:rect l="l" t="t" r="r" b="b"/>
              <a:pathLst>
                <a:path w="1381" h="1388" extrusionOk="0">
                  <a:moveTo>
                    <a:pt x="1173" y="1"/>
                  </a:moveTo>
                  <a:lnTo>
                    <a:pt x="1173" y="1173"/>
                  </a:lnTo>
                  <a:lnTo>
                    <a:pt x="0" y="1173"/>
                  </a:lnTo>
                  <a:lnTo>
                    <a:pt x="0" y="1387"/>
                  </a:lnTo>
                  <a:lnTo>
                    <a:pt x="1380" y="1387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5"/>
            <p:cNvSpPr/>
            <p:nvPr/>
          </p:nvSpPr>
          <p:spPr>
            <a:xfrm flipH="1">
              <a:off x="-1191756" y="2833184"/>
              <a:ext cx="1878906" cy="2617787"/>
            </a:xfrm>
            <a:custGeom>
              <a:avLst/>
              <a:gdLst/>
              <a:ahLst/>
              <a:cxnLst/>
              <a:rect l="l" t="t" r="r" b="b"/>
              <a:pathLst>
                <a:path w="28595" h="39840" extrusionOk="0">
                  <a:moveTo>
                    <a:pt x="229" y="0"/>
                  </a:moveTo>
                  <a:lnTo>
                    <a:pt x="1" y="221"/>
                  </a:lnTo>
                  <a:lnTo>
                    <a:pt x="6290" y="6511"/>
                  </a:lnTo>
                  <a:lnTo>
                    <a:pt x="6290" y="24227"/>
                  </a:lnTo>
                  <a:lnTo>
                    <a:pt x="14830" y="32767"/>
                  </a:lnTo>
                  <a:lnTo>
                    <a:pt x="14877" y="32807"/>
                  </a:lnTo>
                  <a:lnTo>
                    <a:pt x="28273" y="32807"/>
                  </a:lnTo>
                  <a:lnTo>
                    <a:pt x="28273" y="39840"/>
                  </a:lnTo>
                  <a:lnTo>
                    <a:pt x="28595" y="39840"/>
                  </a:lnTo>
                  <a:lnTo>
                    <a:pt x="28595" y="32492"/>
                  </a:lnTo>
                  <a:lnTo>
                    <a:pt x="15004" y="32492"/>
                  </a:lnTo>
                  <a:lnTo>
                    <a:pt x="6605" y="24093"/>
                  </a:lnTo>
                  <a:lnTo>
                    <a:pt x="6605" y="6377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5"/>
            <p:cNvSpPr/>
            <p:nvPr/>
          </p:nvSpPr>
          <p:spPr>
            <a:xfrm flipH="1">
              <a:off x="-170257" y="4535439"/>
              <a:ext cx="323544" cy="323544"/>
            </a:xfrm>
            <a:custGeom>
              <a:avLst/>
              <a:gdLst/>
              <a:ahLst/>
              <a:cxnLst/>
              <a:rect l="l" t="t" r="r" b="b"/>
              <a:pathLst>
                <a:path w="4924" h="4924" extrusionOk="0">
                  <a:moveTo>
                    <a:pt x="0" y="1"/>
                  </a:moveTo>
                  <a:lnTo>
                    <a:pt x="2465" y="2459"/>
                  </a:lnTo>
                  <a:lnTo>
                    <a:pt x="4924" y="4924"/>
                  </a:lnTo>
                  <a:lnTo>
                    <a:pt x="4924" y="3517"/>
                  </a:lnTo>
                  <a:lnTo>
                    <a:pt x="3162" y="1756"/>
                  </a:lnTo>
                  <a:lnTo>
                    <a:pt x="14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5"/>
            <p:cNvSpPr/>
            <p:nvPr/>
          </p:nvSpPr>
          <p:spPr>
            <a:xfrm flipH="1">
              <a:off x="-1220762" y="5440348"/>
              <a:ext cx="79309" cy="79243"/>
            </a:xfrm>
            <a:custGeom>
              <a:avLst/>
              <a:gdLst/>
              <a:ahLst/>
              <a:cxnLst/>
              <a:rect l="l" t="t" r="r" b="b"/>
              <a:pathLst>
                <a:path w="1207" h="1206" extrusionOk="0">
                  <a:moveTo>
                    <a:pt x="604" y="315"/>
                  </a:moveTo>
                  <a:cubicBezTo>
                    <a:pt x="758" y="315"/>
                    <a:pt x="885" y="442"/>
                    <a:pt x="885" y="603"/>
                  </a:cubicBezTo>
                  <a:cubicBezTo>
                    <a:pt x="885" y="757"/>
                    <a:pt x="758" y="884"/>
                    <a:pt x="604" y="884"/>
                  </a:cubicBezTo>
                  <a:cubicBezTo>
                    <a:pt x="443" y="884"/>
                    <a:pt x="316" y="757"/>
                    <a:pt x="316" y="603"/>
                  </a:cubicBezTo>
                  <a:cubicBezTo>
                    <a:pt x="316" y="442"/>
                    <a:pt x="443" y="315"/>
                    <a:pt x="604" y="315"/>
                  </a:cubicBezTo>
                  <a:close/>
                  <a:moveTo>
                    <a:pt x="604" y="0"/>
                  </a:moveTo>
                  <a:cubicBezTo>
                    <a:pt x="269" y="0"/>
                    <a:pt x="1" y="268"/>
                    <a:pt x="1" y="603"/>
                  </a:cubicBezTo>
                  <a:cubicBezTo>
                    <a:pt x="1" y="938"/>
                    <a:pt x="269" y="1206"/>
                    <a:pt x="604" y="1206"/>
                  </a:cubicBezTo>
                  <a:cubicBezTo>
                    <a:pt x="939" y="1206"/>
                    <a:pt x="1207" y="938"/>
                    <a:pt x="1207" y="603"/>
                  </a:cubicBezTo>
                  <a:cubicBezTo>
                    <a:pt x="1207" y="268"/>
                    <a:pt x="932" y="0"/>
                    <a:pt x="6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5"/>
            <p:cNvSpPr/>
            <p:nvPr/>
          </p:nvSpPr>
          <p:spPr>
            <a:xfrm flipH="1">
              <a:off x="260571" y="3172886"/>
              <a:ext cx="676984" cy="959527"/>
            </a:xfrm>
            <a:custGeom>
              <a:avLst/>
              <a:gdLst/>
              <a:ahLst/>
              <a:cxnLst/>
              <a:rect l="l" t="t" r="r" b="b"/>
              <a:pathLst>
                <a:path w="10303" h="14603" extrusionOk="0">
                  <a:moveTo>
                    <a:pt x="88" y="1"/>
                  </a:moveTo>
                  <a:lnTo>
                    <a:pt x="1" y="88"/>
                  </a:lnTo>
                  <a:lnTo>
                    <a:pt x="4033" y="4127"/>
                  </a:lnTo>
                  <a:lnTo>
                    <a:pt x="4033" y="8427"/>
                  </a:lnTo>
                  <a:lnTo>
                    <a:pt x="10215" y="14603"/>
                  </a:lnTo>
                  <a:lnTo>
                    <a:pt x="10302" y="14516"/>
                  </a:lnTo>
                  <a:lnTo>
                    <a:pt x="4160" y="8373"/>
                  </a:lnTo>
                  <a:lnTo>
                    <a:pt x="4160" y="407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5"/>
            <p:cNvSpPr/>
            <p:nvPr/>
          </p:nvSpPr>
          <p:spPr>
            <a:xfrm flipH="1">
              <a:off x="-1184238" y="4978629"/>
              <a:ext cx="484593" cy="284842"/>
            </a:xfrm>
            <a:custGeom>
              <a:avLst/>
              <a:gdLst/>
              <a:ahLst/>
              <a:cxnLst/>
              <a:rect l="l" t="t" r="r" b="b"/>
              <a:pathLst>
                <a:path w="7375" h="4335" extrusionOk="0">
                  <a:moveTo>
                    <a:pt x="87" y="1"/>
                  </a:moveTo>
                  <a:lnTo>
                    <a:pt x="0" y="95"/>
                  </a:lnTo>
                  <a:lnTo>
                    <a:pt x="2077" y="2171"/>
                  </a:lnTo>
                  <a:lnTo>
                    <a:pt x="5124" y="2171"/>
                  </a:lnTo>
                  <a:lnTo>
                    <a:pt x="7281" y="4334"/>
                  </a:lnTo>
                  <a:lnTo>
                    <a:pt x="7375" y="4241"/>
                  </a:lnTo>
                  <a:lnTo>
                    <a:pt x="5178" y="2044"/>
                  </a:lnTo>
                  <a:lnTo>
                    <a:pt x="2130" y="2044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5"/>
            <p:cNvSpPr/>
            <p:nvPr/>
          </p:nvSpPr>
          <p:spPr>
            <a:xfrm flipH="1">
              <a:off x="9973828" y="3115621"/>
              <a:ext cx="79703" cy="79703"/>
            </a:xfrm>
            <a:custGeom>
              <a:avLst/>
              <a:gdLst/>
              <a:ahLst/>
              <a:cxnLst/>
              <a:rect l="l" t="t" r="r" b="b"/>
              <a:pathLst>
                <a:path w="1213" h="1213" extrusionOk="0">
                  <a:moveTo>
                    <a:pt x="610" y="322"/>
                  </a:moveTo>
                  <a:cubicBezTo>
                    <a:pt x="764" y="322"/>
                    <a:pt x="891" y="449"/>
                    <a:pt x="891" y="610"/>
                  </a:cubicBezTo>
                  <a:cubicBezTo>
                    <a:pt x="891" y="764"/>
                    <a:pt x="764" y="891"/>
                    <a:pt x="610" y="891"/>
                  </a:cubicBezTo>
                  <a:cubicBezTo>
                    <a:pt x="449" y="891"/>
                    <a:pt x="322" y="764"/>
                    <a:pt x="322" y="610"/>
                  </a:cubicBezTo>
                  <a:cubicBezTo>
                    <a:pt x="322" y="449"/>
                    <a:pt x="449" y="322"/>
                    <a:pt x="610" y="322"/>
                  </a:cubicBezTo>
                  <a:close/>
                  <a:moveTo>
                    <a:pt x="610" y="0"/>
                  </a:moveTo>
                  <a:cubicBezTo>
                    <a:pt x="275" y="0"/>
                    <a:pt x="0" y="275"/>
                    <a:pt x="0" y="610"/>
                  </a:cubicBezTo>
                  <a:cubicBezTo>
                    <a:pt x="0" y="938"/>
                    <a:pt x="275" y="1213"/>
                    <a:pt x="610" y="1213"/>
                  </a:cubicBezTo>
                  <a:cubicBezTo>
                    <a:pt x="938" y="1213"/>
                    <a:pt x="1213" y="938"/>
                    <a:pt x="1213" y="610"/>
                  </a:cubicBezTo>
                  <a:cubicBezTo>
                    <a:pt x="1213" y="275"/>
                    <a:pt x="938" y="0"/>
                    <a:pt x="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5"/>
            <p:cNvSpPr/>
            <p:nvPr/>
          </p:nvSpPr>
          <p:spPr>
            <a:xfrm flipH="1">
              <a:off x="9531946" y="3372204"/>
              <a:ext cx="484659" cy="284382"/>
            </a:xfrm>
            <a:custGeom>
              <a:avLst/>
              <a:gdLst/>
              <a:ahLst/>
              <a:cxnLst/>
              <a:rect l="l" t="t" r="r" b="b"/>
              <a:pathLst>
                <a:path w="7376" h="4328" extrusionOk="0">
                  <a:moveTo>
                    <a:pt x="88" y="0"/>
                  </a:moveTo>
                  <a:lnTo>
                    <a:pt x="1" y="87"/>
                  </a:lnTo>
                  <a:lnTo>
                    <a:pt x="2198" y="2284"/>
                  </a:lnTo>
                  <a:lnTo>
                    <a:pt x="5239" y="2284"/>
                  </a:lnTo>
                  <a:lnTo>
                    <a:pt x="7282" y="4327"/>
                  </a:lnTo>
                  <a:lnTo>
                    <a:pt x="7375" y="4240"/>
                  </a:lnTo>
                  <a:lnTo>
                    <a:pt x="5292" y="2157"/>
                  </a:lnTo>
                  <a:lnTo>
                    <a:pt x="2245" y="215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5"/>
            <p:cNvSpPr/>
            <p:nvPr/>
          </p:nvSpPr>
          <p:spPr>
            <a:xfrm flipH="1">
              <a:off x="7895215" y="4577194"/>
              <a:ext cx="20764" cy="132532"/>
            </a:xfrm>
            <a:custGeom>
              <a:avLst/>
              <a:gdLst/>
              <a:ahLst/>
              <a:cxnLst/>
              <a:rect l="l" t="t" r="r" b="b"/>
              <a:pathLst>
                <a:path w="316" h="2017" extrusionOk="0">
                  <a:moveTo>
                    <a:pt x="0" y="1"/>
                  </a:moveTo>
                  <a:lnTo>
                    <a:pt x="0" y="2017"/>
                  </a:lnTo>
                  <a:lnTo>
                    <a:pt x="315" y="2017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5"/>
            <p:cNvSpPr/>
            <p:nvPr/>
          </p:nvSpPr>
          <p:spPr>
            <a:xfrm flipH="1">
              <a:off x="7839362" y="4633110"/>
              <a:ext cx="132532" cy="20698"/>
            </a:xfrm>
            <a:custGeom>
              <a:avLst/>
              <a:gdLst/>
              <a:ahLst/>
              <a:cxnLst/>
              <a:rect l="l" t="t" r="r" b="b"/>
              <a:pathLst>
                <a:path w="2017" h="315" extrusionOk="0">
                  <a:moveTo>
                    <a:pt x="1" y="0"/>
                  </a:moveTo>
                  <a:lnTo>
                    <a:pt x="1" y="315"/>
                  </a:lnTo>
                  <a:lnTo>
                    <a:pt x="2017" y="315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5"/>
            <p:cNvSpPr/>
            <p:nvPr/>
          </p:nvSpPr>
          <p:spPr>
            <a:xfrm flipH="1">
              <a:off x="7103515" y="4564841"/>
              <a:ext cx="323544" cy="323544"/>
            </a:xfrm>
            <a:custGeom>
              <a:avLst/>
              <a:gdLst/>
              <a:ahLst/>
              <a:cxnLst/>
              <a:rect l="l" t="t" r="r" b="b"/>
              <a:pathLst>
                <a:path w="4924" h="4924" extrusionOk="0">
                  <a:moveTo>
                    <a:pt x="1" y="1"/>
                  </a:moveTo>
                  <a:lnTo>
                    <a:pt x="1" y="1401"/>
                  </a:lnTo>
                  <a:lnTo>
                    <a:pt x="1762" y="3162"/>
                  </a:lnTo>
                  <a:lnTo>
                    <a:pt x="3524" y="4924"/>
                  </a:lnTo>
                  <a:lnTo>
                    <a:pt x="4924" y="4924"/>
                  </a:lnTo>
                  <a:lnTo>
                    <a:pt x="2459" y="24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5"/>
            <p:cNvSpPr/>
            <p:nvPr/>
          </p:nvSpPr>
          <p:spPr>
            <a:xfrm flipH="1">
              <a:off x="8692689" y="3656516"/>
              <a:ext cx="79309" cy="79703"/>
            </a:xfrm>
            <a:custGeom>
              <a:avLst/>
              <a:gdLst/>
              <a:ahLst/>
              <a:cxnLst/>
              <a:rect l="l" t="t" r="r" b="b"/>
              <a:pathLst>
                <a:path w="1207" h="1213" extrusionOk="0">
                  <a:moveTo>
                    <a:pt x="604" y="322"/>
                  </a:moveTo>
                  <a:cubicBezTo>
                    <a:pt x="758" y="322"/>
                    <a:pt x="885" y="449"/>
                    <a:pt x="885" y="603"/>
                  </a:cubicBezTo>
                  <a:cubicBezTo>
                    <a:pt x="885" y="764"/>
                    <a:pt x="758" y="891"/>
                    <a:pt x="604" y="891"/>
                  </a:cubicBezTo>
                  <a:cubicBezTo>
                    <a:pt x="450" y="891"/>
                    <a:pt x="316" y="764"/>
                    <a:pt x="316" y="603"/>
                  </a:cubicBezTo>
                  <a:cubicBezTo>
                    <a:pt x="316" y="449"/>
                    <a:pt x="450" y="322"/>
                    <a:pt x="604" y="322"/>
                  </a:cubicBezTo>
                  <a:close/>
                  <a:moveTo>
                    <a:pt x="604" y="0"/>
                  </a:moveTo>
                  <a:cubicBezTo>
                    <a:pt x="269" y="0"/>
                    <a:pt x="1" y="275"/>
                    <a:pt x="1" y="603"/>
                  </a:cubicBezTo>
                  <a:cubicBezTo>
                    <a:pt x="1" y="938"/>
                    <a:pt x="269" y="1213"/>
                    <a:pt x="604" y="1213"/>
                  </a:cubicBezTo>
                  <a:cubicBezTo>
                    <a:pt x="939" y="1213"/>
                    <a:pt x="1206" y="938"/>
                    <a:pt x="1206" y="603"/>
                  </a:cubicBezTo>
                  <a:cubicBezTo>
                    <a:pt x="1206" y="275"/>
                    <a:pt x="939" y="0"/>
                    <a:pt x="6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5"/>
            <p:cNvSpPr/>
            <p:nvPr/>
          </p:nvSpPr>
          <p:spPr>
            <a:xfrm flipH="1">
              <a:off x="7092910" y="3707964"/>
              <a:ext cx="1624946" cy="2324731"/>
            </a:xfrm>
            <a:custGeom>
              <a:avLst/>
              <a:gdLst/>
              <a:ahLst/>
              <a:cxnLst/>
              <a:rect l="l" t="t" r="r" b="b"/>
              <a:pathLst>
                <a:path w="24730" h="35380" extrusionOk="0">
                  <a:moveTo>
                    <a:pt x="228" y="1"/>
                  </a:moveTo>
                  <a:lnTo>
                    <a:pt x="1" y="222"/>
                  </a:lnTo>
                  <a:lnTo>
                    <a:pt x="8500" y="8722"/>
                  </a:lnTo>
                  <a:lnTo>
                    <a:pt x="8547" y="8769"/>
                  </a:lnTo>
                  <a:lnTo>
                    <a:pt x="15285" y="8769"/>
                  </a:lnTo>
                  <a:lnTo>
                    <a:pt x="24408" y="17891"/>
                  </a:lnTo>
                  <a:lnTo>
                    <a:pt x="24408" y="20557"/>
                  </a:lnTo>
                  <a:lnTo>
                    <a:pt x="18748" y="26210"/>
                  </a:lnTo>
                  <a:lnTo>
                    <a:pt x="18748" y="31127"/>
                  </a:lnTo>
                  <a:lnTo>
                    <a:pt x="23002" y="35380"/>
                  </a:lnTo>
                  <a:lnTo>
                    <a:pt x="23229" y="35152"/>
                  </a:lnTo>
                  <a:lnTo>
                    <a:pt x="19070" y="30993"/>
                  </a:lnTo>
                  <a:lnTo>
                    <a:pt x="19070" y="26344"/>
                  </a:lnTo>
                  <a:lnTo>
                    <a:pt x="24730" y="20684"/>
                  </a:lnTo>
                  <a:lnTo>
                    <a:pt x="24730" y="17764"/>
                  </a:lnTo>
                  <a:lnTo>
                    <a:pt x="15466" y="8501"/>
                  </a:lnTo>
                  <a:lnTo>
                    <a:pt x="15419" y="8454"/>
                  </a:lnTo>
                  <a:lnTo>
                    <a:pt x="8681" y="8454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5"/>
            <p:cNvSpPr/>
            <p:nvPr/>
          </p:nvSpPr>
          <p:spPr>
            <a:xfrm flipH="1">
              <a:off x="7308117" y="4270476"/>
              <a:ext cx="658455" cy="1003025"/>
            </a:xfrm>
            <a:custGeom>
              <a:avLst/>
              <a:gdLst/>
              <a:ahLst/>
              <a:cxnLst/>
              <a:rect l="l" t="t" r="r" b="b"/>
              <a:pathLst>
                <a:path w="10021" h="15265" extrusionOk="0">
                  <a:moveTo>
                    <a:pt x="94" y="0"/>
                  </a:moveTo>
                  <a:lnTo>
                    <a:pt x="0" y="87"/>
                  </a:lnTo>
                  <a:lnTo>
                    <a:pt x="5620" y="5707"/>
                  </a:lnTo>
                  <a:lnTo>
                    <a:pt x="5620" y="10951"/>
                  </a:lnTo>
                  <a:lnTo>
                    <a:pt x="9927" y="15265"/>
                  </a:lnTo>
                  <a:lnTo>
                    <a:pt x="10020" y="15171"/>
                  </a:lnTo>
                  <a:lnTo>
                    <a:pt x="5747" y="10904"/>
                  </a:lnTo>
                  <a:lnTo>
                    <a:pt x="5747" y="565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5"/>
            <p:cNvSpPr/>
            <p:nvPr/>
          </p:nvSpPr>
          <p:spPr>
            <a:xfrm flipH="1">
              <a:off x="8145583" y="3184744"/>
              <a:ext cx="1878446" cy="2617787"/>
            </a:xfrm>
            <a:custGeom>
              <a:avLst/>
              <a:gdLst/>
              <a:ahLst/>
              <a:cxnLst/>
              <a:rect l="l" t="t" r="r" b="b"/>
              <a:pathLst>
                <a:path w="28588" h="39840" extrusionOk="0">
                  <a:moveTo>
                    <a:pt x="0" y="0"/>
                  </a:moveTo>
                  <a:lnTo>
                    <a:pt x="0" y="7348"/>
                  </a:lnTo>
                  <a:lnTo>
                    <a:pt x="13584" y="7348"/>
                  </a:lnTo>
                  <a:lnTo>
                    <a:pt x="21983" y="15747"/>
                  </a:lnTo>
                  <a:lnTo>
                    <a:pt x="21983" y="33457"/>
                  </a:lnTo>
                  <a:lnTo>
                    <a:pt x="28359" y="39840"/>
                  </a:lnTo>
                  <a:lnTo>
                    <a:pt x="28587" y="39612"/>
                  </a:lnTo>
                  <a:lnTo>
                    <a:pt x="22304" y="33329"/>
                  </a:lnTo>
                  <a:lnTo>
                    <a:pt x="22304" y="15613"/>
                  </a:lnTo>
                  <a:lnTo>
                    <a:pt x="13764" y="7073"/>
                  </a:lnTo>
                  <a:lnTo>
                    <a:pt x="13718" y="7026"/>
                  </a:lnTo>
                  <a:lnTo>
                    <a:pt x="315" y="7026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5"/>
            <p:cNvSpPr/>
            <p:nvPr/>
          </p:nvSpPr>
          <p:spPr>
            <a:xfrm flipH="1">
              <a:off x="8679477" y="3776627"/>
              <a:ext cx="323544" cy="323544"/>
            </a:xfrm>
            <a:custGeom>
              <a:avLst/>
              <a:gdLst/>
              <a:ahLst/>
              <a:cxnLst/>
              <a:rect l="l" t="t" r="r" b="b"/>
              <a:pathLst>
                <a:path w="4924" h="4924" extrusionOk="0">
                  <a:moveTo>
                    <a:pt x="0" y="1"/>
                  </a:moveTo>
                  <a:lnTo>
                    <a:pt x="0" y="1401"/>
                  </a:lnTo>
                  <a:lnTo>
                    <a:pt x="1762" y="3162"/>
                  </a:lnTo>
                  <a:lnTo>
                    <a:pt x="3524" y="4924"/>
                  </a:lnTo>
                  <a:lnTo>
                    <a:pt x="4923" y="4924"/>
                  </a:lnTo>
                  <a:lnTo>
                    <a:pt x="2465" y="24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5"/>
            <p:cNvSpPr/>
            <p:nvPr/>
          </p:nvSpPr>
          <p:spPr>
            <a:xfrm flipH="1">
              <a:off x="7895201" y="4502814"/>
              <a:ext cx="676984" cy="959921"/>
            </a:xfrm>
            <a:custGeom>
              <a:avLst/>
              <a:gdLst/>
              <a:ahLst/>
              <a:cxnLst/>
              <a:rect l="l" t="t" r="r" b="b"/>
              <a:pathLst>
                <a:path w="10303" h="14609" extrusionOk="0">
                  <a:moveTo>
                    <a:pt x="88" y="1"/>
                  </a:moveTo>
                  <a:lnTo>
                    <a:pt x="1" y="94"/>
                  </a:lnTo>
                  <a:lnTo>
                    <a:pt x="6143" y="6236"/>
                  </a:lnTo>
                  <a:lnTo>
                    <a:pt x="6143" y="10537"/>
                  </a:lnTo>
                  <a:lnTo>
                    <a:pt x="10215" y="14609"/>
                  </a:lnTo>
                  <a:lnTo>
                    <a:pt x="10302" y="14515"/>
                  </a:lnTo>
                  <a:lnTo>
                    <a:pt x="6270" y="10483"/>
                  </a:lnTo>
                  <a:lnTo>
                    <a:pt x="6270" y="61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5"/>
            <p:cNvSpPr/>
            <p:nvPr/>
          </p:nvSpPr>
          <p:spPr>
            <a:xfrm flipH="1">
              <a:off x="7930394" y="3115628"/>
              <a:ext cx="2308830" cy="1917213"/>
            </a:xfrm>
            <a:custGeom>
              <a:avLst/>
              <a:gdLst/>
              <a:ahLst/>
              <a:cxnLst/>
              <a:rect l="l" t="t" r="r" b="b"/>
              <a:pathLst>
                <a:path w="35138" h="29178" fill="none" extrusionOk="0">
                  <a:moveTo>
                    <a:pt x="35138" y="29177"/>
                  </a:moveTo>
                  <a:lnTo>
                    <a:pt x="29177" y="29177"/>
                  </a:ln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5"/>
            <p:cNvSpPr/>
            <p:nvPr/>
          </p:nvSpPr>
          <p:spPr>
            <a:xfrm flipH="1">
              <a:off x="687233" y="3664217"/>
              <a:ext cx="60385" cy="60779"/>
            </a:xfrm>
            <a:custGeom>
              <a:avLst/>
              <a:gdLst/>
              <a:ahLst/>
              <a:cxnLst/>
              <a:rect l="l" t="t" r="r" b="b"/>
              <a:pathLst>
                <a:path w="919" h="925" extrusionOk="0">
                  <a:moveTo>
                    <a:pt x="1" y="1"/>
                  </a:moveTo>
                  <a:lnTo>
                    <a:pt x="1" y="925"/>
                  </a:lnTo>
                  <a:lnTo>
                    <a:pt x="918" y="925"/>
                  </a:lnTo>
                  <a:lnTo>
                    <a:pt x="9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5"/>
            <p:cNvSpPr/>
            <p:nvPr/>
          </p:nvSpPr>
          <p:spPr>
            <a:xfrm flipH="1">
              <a:off x="117758" y="5031633"/>
              <a:ext cx="91136" cy="91136"/>
            </a:xfrm>
            <a:custGeom>
              <a:avLst/>
              <a:gdLst/>
              <a:ahLst/>
              <a:cxnLst/>
              <a:rect l="l" t="t" r="r" b="b"/>
              <a:pathLst>
                <a:path w="1387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214" y="1387"/>
                  </a:lnTo>
                  <a:lnTo>
                    <a:pt x="214" y="215"/>
                  </a:lnTo>
                  <a:lnTo>
                    <a:pt x="1387" y="215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6"/>
          <p:cNvSpPr txBox="1">
            <a:spLocks noGrp="1"/>
          </p:cNvSpPr>
          <p:nvPr>
            <p:ph type="subTitle" idx="1"/>
          </p:nvPr>
        </p:nvSpPr>
        <p:spPr>
          <a:xfrm>
            <a:off x="937626" y="25997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26"/>
          <p:cNvSpPr txBox="1">
            <a:spLocks noGrp="1"/>
          </p:cNvSpPr>
          <p:nvPr>
            <p:ph type="subTitle" idx="2"/>
          </p:nvPr>
        </p:nvSpPr>
        <p:spPr>
          <a:xfrm>
            <a:off x="3484347" y="25997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26"/>
          <p:cNvSpPr txBox="1">
            <a:spLocks noGrp="1"/>
          </p:cNvSpPr>
          <p:nvPr>
            <p:ph type="subTitle" idx="3"/>
          </p:nvPr>
        </p:nvSpPr>
        <p:spPr>
          <a:xfrm>
            <a:off x="6031074" y="2599728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3" name="Google Shape;803;p26"/>
          <p:cNvSpPr txBox="1">
            <a:spLocks noGrp="1"/>
          </p:cNvSpPr>
          <p:nvPr>
            <p:ph type="subTitle" idx="4"/>
          </p:nvPr>
        </p:nvSpPr>
        <p:spPr>
          <a:xfrm>
            <a:off x="937625" y="21451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4" name="Google Shape;804;p26"/>
          <p:cNvSpPr txBox="1">
            <a:spLocks noGrp="1"/>
          </p:cNvSpPr>
          <p:nvPr>
            <p:ph type="subTitle" idx="5"/>
          </p:nvPr>
        </p:nvSpPr>
        <p:spPr>
          <a:xfrm>
            <a:off x="3484350" y="21451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5" name="Google Shape;805;p26"/>
          <p:cNvSpPr txBox="1">
            <a:spLocks noGrp="1"/>
          </p:cNvSpPr>
          <p:nvPr>
            <p:ph type="subTitle" idx="6"/>
          </p:nvPr>
        </p:nvSpPr>
        <p:spPr>
          <a:xfrm>
            <a:off x="6031075" y="2145151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06" name="Google Shape;806;p26"/>
          <p:cNvGrpSpPr/>
          <p:nvPr/>
        </p:nvGrpSpPr>
        <p:grpSpPr>
          <a:xfrm>
            <a:off x="-1633180" y="2696562"/>
            <a:ext cx="10857792" cy="4174869"/>
            <a:chOff x="-1633180" y="2696562"/>
            <a:chExt cx="10857792" cy="4174869"/>
          </a:xfrm>
        </p:grpSpPr>
        <p:grpSp>
          <p:nvGrpSpPr>
            <p:cNvPr id="807" name="Google Shape;807;p26"/>
            <p:cNvGrpSpPr/>
            <p:nvPr/>
          </p:nvGrpSpPr>
          <p:grpSpPr>
            <a:xfrm>
              <a:off x="-1633180" y="2696562"/>
              <a:ext cx="4795075" cy="4174869"/>
              <a:chOff x="-1633180" y="2696562"/>
              <a:chExt cx="4795075" cy="4174869"/>
            </a:xfrm>
          </p:grpSpPr>
          <p:grpSp>
            <p:nvGrpSpPr>
              <p:cNvPr id="808" name="Google Shape;808;p26"/>
              <p:cNvGrpSpPr/>
              <p:nvPr/>
            </p:nvGrpSpPr>
            <p:grpSpPr>
              <a:xfrm flipH="1">
                <a:off x="-797721" y="4347520"/>
                <a:ext cx="2674134" cy="1128059"/>
                <a:chOff x="5697704" y="2772370"/>
                <a:chExt cx="2674134" cy="1128059"/>
              </a:xfrm>
            </p:grpSpPr>
            <p:sp>
              <p:nvSpPr>
                <p:cNvPr id="809" name="Google Shape;809;p26"/>
                <p:cNvSpPr/>
                <p:nvPr/>
              </p:nvSpPr>
              <p:spPr>
                <a:xfrm flipH="1">
                  <a:off x="7161901" y="2772370"/>
                  <a:ext cx="1209938" cy="71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4" h="10865" extrusionOk="0">
                      <a:moveTo>
                        <a:pt x="6799" y="1"/>
                      </a:moveTo>
                      <a:lnTo>
                        <a:pt x="1" y="48"/>
                      </a:lnTo>
                      <a:lnTo>
                        <a:pt x="7254" y="7295"/>
                      </a:lnTo>
                      <a:lnTo>
                        <a:pt x="10503" y="7295"/>
                      </a:lnTo>
                      <a:lnTo>
                        <a:pt x="14080" y="10865"/>
                      </a:lnTo>
                      <a:lnTo>
                        <a:pt x="18413" y="10865"/>
                      </a:lnTo>
                      <a:lnTo>
                        <a:pt x="9646" y="2104"/>
                      </a:lnTo>
                      <a:lnTo>
                        <a:pt x="8895" y="2104"/>
                      </a:lnTo>
                      <a:lnTo>
                        <a:pt x="679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0" name="Google Shape;810;p26"/>
                <p:cNvSpPr/>
                <p:nvPr/>
              </p:nvSpPr>
              <p:spPr>
                <a:xfrm flipH="1">
                  <a:off x="5697704" y="3186517"/>
                  <a:ext cx="1209478" cy="71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07" h="10865" extrusionOk="0">
                      <a:moveTo>
                        <a:pt x="0" y="1"/>
                      </a:moveTo>
                      <a:lnTo>
                        <a:pt x="8761" y="8768"/>
                      </a:lnTo>
                      <a:lnTo>
                        <a:pt x="9512" y="8768"/>
                      </a:lnTo>
                      <a:lnTo>
                        <a:pt x="11608" y="10865"/>
                      </a:lnTo>
                      <a:lnTo>
                        <a:pt x="18407" y="10824"/>
                      </a:lnTo>
                      <a:lnTo>
                        <a:pt x="11159" y="3577"/>
                      </a:lnTo>
                      <a:lnTo>
                        <a:pt x="7904" y="3577"/>
                      </a:lnTo>
                      <a:lnTo>
                        <a:pt x="433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11" name="Google Shape;811;p26"/>
              <p:cNvSpPr/>
              <p:nvPr/>
            </p:nvSpPr>
            <p:spPr>
              <a:xfrm rot="2700000" flipH="1">
                <a:off x="-920465" y="3206638"/>
                <a:ext cx="2749438" cy="3154718"/>
              </a:xfrm>
              <a:custGeom>
                <a:avLst/>
                <a:gdLst/>
                <a:ahLst/>
                <a:cxnLst/>
                <a:rect l="l" t="t" r="r" b="b"/>
                <a:pathLst>
                  <a:path w="41844" h="48012" extrusionOk="0">
                    <a:moveTo>
                      <a:pt x="121" y="0"/>
                    </a:moveTo>
                    <a:lnTo>
                      <a:pt x="1" y="114"/>
                    </a:lnTo>
                    <a:lnTo>
                      <a:pt x="16263" y="16384"/>
                    </a:lnTo>
                    <a:lnTo>
                      <a:pt x="16263" y="22559"/>
                    </a:lnTo>
                    <a:lnTo>
                      <a:pt x="21274" y="27569"/>
                    </a:lnTo>
                    <a:lnTo>
                      <a:pt x="26578" y="32867"/>
                    </a:lnTo>
                    <a:lnTo>
                      <a:pt x="41723" y="48011"/>
                    </a:lnTo>
                    <a:lnTo>
                      <a:pt x="41843" y="47898"/>
                    </a:lnTo>
                    <a:lnTo>
                      <a:pt x="27081" y="33135"/>
                    </a:lnTo>
                    <a:lnTo>
                      <a:pt x="27081" y="27917"/>
                    </a:lnTo>
                    <a:lnTo>
                      <a:pt x="31287" y="23852"/>
                    </a:lnTo>
                    <a:lnTo>
                      <a:pt x="29988" y="22552"/>
                    </a:lnTo>
                    <a:lnTo>
                      <a:pt x="21608" y="22552"/>
                    </a:lnTo>
                    <a:lnTo>
                      <a:pt x="18929" y="19880"/>
                    </a:lnTo>
                    <a:lnTo>
                      <a:pt x="18929" y="18802"/>
                    </a:lnTo>
                    <a:lnTo>
                      <a:pt x="16263" y="16142"/>
                    </a:lnTo>
                    <a:lnTo>
                      <a:pt x="16263" y="16149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6"/>
              <p:cNvSpPr/>
              <p:nvPr/>
            </p:nvSpPr>
            <p:spPr>
              <a:xfrm rot="2700000" flipH="1">
                <a:off x="3086248" y="4844326"/>
                <a:ext cx="62553" cy="62947"/>
              </a:xfrm>
              <a:custGeom>
                <a:avLst/>
                <a:gdLst/>
                <a:ahLst/>
                <a:cxnLst/>
                <a:rect l="l" t="t" r="r" b="b"/>
                <a:pathLst>
                  <a:path w="952" h="958" extrusionOk="0">
                    <a:moveTo>
                      <a:pt x="476" y="255"/>
                    </a:moveTo>
                    <a:cubicBezTo>
                      <a:pt x="597" y="255"/>
                      <a:pt x="704" y="355"/>
                      <a:pt x="704" y="476"/>
                    </a:cubicBezTo>
                    <a:cubicBezTo>
                      <a:pt x="704" y="603"/>
                      <a:pt x="597" y="703"/>
                      <a:pt x="476" y="703"/>
                    </a:cubicBezTo>
                    <a:cubicBezTo>
                      <a:pt x="349" y="703"/>
                      <a:pt x="248" y="603"/>
                      <a:pt x="248" y="476"/>
                    </a:cubicBezTo>
                    <a:cubicBezTo>
                      <a:pt x="248" y="355"/>
                      <a:pt x="349" y="255"/>
                      <a:pt x="476" y="255"/>
                    </a:cubicBezTo>
                    <a:close/>
                    <a:moveTo>
                      <a:pt x="476" y="0"/>
                    </a:moveTo>
                    <a:cubicBezTo>
                      <a:pt x="215" y="0"/>
                      <a:pt x="1" y="215"/>
                      <a:pt x="1" y="476"/>
                    </a:cubicBezTo>
                    <a:cubicBezTo>
                      <a:pt x="1" y="744"/>
                      <a:pt x="215" y="958"/>
                      <a:pt x="476" y="958"/>
                    </a:cubicBezTo>
                    <a:cubicBezTo>
                      <a:pt x="737" y="958"/>
                      <a:pt x="952" y="744"/>
                      <a:pt x="952" y="476"/>
                    </a:cubicBezTo>
                    <a:cubicBezTo>
                      <a:pt x="952" y="215"/>
                      <a:pt x="737" y="0"/>
                      <a:pt x="4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26"/>
              <p:cNvSpPr/>
              <p:nvPr/>
            </p:nvSpPr>
            <p:spPr>
              <a:xfrm rot="2700000" flipH="1">
                <a:off x="1355451" y="4150191"/>
                <a:ext cx="1285621" cy="1839267"/>
              </a:xfrm>
              <a:custGeom>
                <a:avLst/>
                <a:gdLst/>
                <a:ahLst/>
                <a:cxnLst/>
                <a:rect l="l" t="t" r="r" b="b"/>
                <a:pathLst>
                  <a:path w="19566" h="27992" extrusionOk="0">
                    <a:moveTo>
                      <a:pt x="181" y="0"/>
                    </a:moveTo>
                    <a:lnTo>
                      <a:pt x="0" y="181"/>
                    </a:lnTo>
                    <a:lnTo>
                      <a:pt x="6725" y="6906"/>
                    </a:lnTo>
                    <a:lnTo>
                      <a:pt x="6765" y="6940"/>
                    </a:lnTo>
                    <a:lnTo>
                      <a:pt x="12097" y="6940"/>
                    </a:lnTo>
                    <a:lnTo>
                      <a:pt x="19311" y="14160"/>
                    </a:lnTo>
                    <a:lnTo>
                      <a:pt x="19311" y="16263"/>
                    </a:lnTo>
                    <a:lnTo>
                      <a:pt x="14836" y="20737"/>
                    </a:lnTo>
                    <a:lnTo>
                      <a:pt x="14836" y="24629"/>
                    </a:lnTo>
                    <a:lnTo>
                      <a:pt x="18199" y="27991"/>
                    </a:lnTo>
                    <a:lnTo>
                      <a:pt x="18380" y="27817"/>
                    </a:lnTo>
                    <a:lnTo>
                      <a:pt x="15091" y="24522"/>
                    </a:lnTo>
                    <a:lnTo>
                      <a:pt x="15091" y="20845"/>
                    </a:lnTo>
                    <a:lnTo>
                      <a:pt x="19565" y="16370"/>
                    </a:lnTo>
                    <a:lnTo>
                      <a:pt x="19565" y="14053"/>
                    </a:lnTo>
                    <a:lnTo>
                      <a:pt x="12238" y="6725"/>
                    </a:lnTo>
                    <a:lnTo>
                      <a:pt x="12197" y="6692"/>
                    </a:lnTo>
                    <a:lnTo>
                      <a:pt x="6866" y="6692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6"/>
              <p:cNvSpPr/>
              <p:nvPr/>
            </p:nvSpPr>
            <p:spPr>
              <a:xfrm>
                <a:off x="72811" y="4369219"/>
                <a:ext cx="20764" cy="132532"/>
              </a:xfrm>
              <a:custGeom>
                <a:avLst/>
                <a:gdLst/>
                <a:ahLst/>
                <a:cxnLst/>
                <a:rect l="l" t="t" r="r" b="b"/>
                <a:pathLst>
                  <a:path w="316" h="2017" extrusionOk="0">
                    <a:moveTo>
                      <a:pt x="0" y="1"/>
                    </a:moveTo>
                    <a:lnTo>
                      <a:pt x="0" y="2017"/>
                    </a:lnTo>
                    <a:lnTo>
                      <a:pt x="315" y="2017"/>
                    </a:lnTo>
                    <a:lnTo>
                      <a:pt x="3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6"/>
              <p:cNvSpPr/>
              <p:nvPr/>
            </p:nvSpPr>
            <p:spPr>
              <a:xfrm>
                <a:off x="16895" y="4425135"/>
                <a:ext cx="132532" cy="20698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315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017" y="315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6"/>
              <p:cNvSpPr/>
              <p:nvPr/>
            </p:nvSpPr>
            <p:spPr>
              <a:xfrm>
                <a:off x="1823552" y="4753010"/>
                <a:ext cx="40082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10" extrusionOk="0">
                    <a:moveTo>
                      <a:pt x="522" y="0"/>
                    </a:moveTo>
                    <a:lnTo>
                      <a:pt x="0" y="523"/>
                    </a:lnTo>
                    <a:lnTo>
                      <a:pt x="87" y="610"/>
                    </a:lnTo>
                    <a:lnTo>
                      <a:pt x="610" y="87"/>
                    </a:lnTo>
                    <a:lnTo>
                      <a:pt x="5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6"/>
              <p:cNvSpPr/>
              <p:nvPr/>
            </p:nvSpPr>
            <p:spPr>
              <a:xfrm>
                <a:off x="1823552" y="4753404"/>
                <a:ext cx="4008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04" extrusionOk="0">
                    <a:moveTo>
                      <a:pt x="87" y="1"/>
                    </a:moveTo>
                    <a:lnTo>
                      <a:pt x="0" y="88"/>
                    </a:lnTo>
                    <a:lnTo>
                      <a:pt x="522" y="604"/>
                    </a:lnTo>
                    <a:lnTo>
                      <a:pt x="610" y="523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26"/>
              <p:cNvSpPr/>
              <p:nvPr/>
            </p:nvSpPr>
            <p:spPr>
              <a:xfrm>
                <a:off x="1711720" y="4753404"/>
                <a:ext cx="39687" cy="4014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1" extrusionOk="0">
                    <a:moveTo>
                      <a:pt x="523" y="1"/>
                    </a:moveTo>
                    <a:lnTo>
                      <a:pt x="1" y="523"/>
                    </a:lnTo>
                    <a:lnTo>
                      <a:pt x="81" y="610"/>
                    </a:lnTo>
                    <a:lnTo>
                      <a:pt x="604" y="88"/>
                    </a:lnTo>
                    <a:lnTo>
                      <a:pt x="5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26"/>
              <p:cNvSpPr/>
              <p:nvPr/>
            </p:nvSpPr>
            <p:spPr>
              <a:xfrm>
                <a:off x="1711720" y="4753404"/>
                <a:ext cx="39687" cy="4014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1" extrusionOk="0">
                    <a:moveTo>
                      <a:pt x="81" y="1"/>
                    </a:moveTo>
                    <a:lnTo>
                      <a:pt x="1" y="88"/>
                    </a:lnTo>
                    <a:lnTo>
                      <a:pt x="523" y="610"/>
                    </a:lnTo>
                    <a:lnTo>
                      <a:pt x="604" y="523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6"/>
              <p:cNvSpPr/>
              <p:nvPr/>
            </p:nvSpPr>
            <p:spPr>
              <a:xfrm>
                <a:off x="1936172" y="48445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523" y="0"/>
                    </a:moveTo>
                    <a:lnTo>
                      <a:pt x="1" y="523"/>
                    </a:lnTo>
                    <a:lnTo>
                      <a:pt x="81" y="610"/>
                    </a:lnTo>
                    <a:lnTo>
                      <a:pt x="604" y="87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26"/>
              <p:cNvSpPr/>
              <p:nvPr/>
            </p:nvSpPr>
            <p:spPr>
              <a:xfrm>
                <a:off x="1936172" y="48445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81" y="0"/>
                    </a:moveTo>
                    <a:lnTo>
                      <a:pt x="1" y="87"/>
                    </a:lnTo>
                    <a:lnTo>
                      <a:pt x="523" y="610"/>
                    </a:lnTo>
                    <a:lnTo>
                      <a:pt x="604" y="52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26"/>
              <p:cNvSpPr/>
              <p:nvPr/>
            </p:nvSpPr>
            <p:spPr>
              <a:xfrm>
                <a:off x="1824406" y="4844999"/>
                <a:ext cx="39687" cy="3962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3" extrusionOk="0">
                    <a:moveTo>
                      <a:pt x="516" y="0"/>
                    </a:moveTo>
                    <a:lnTo>
                      <a:pt x="0" y="522"/>
                    </a:lnTo>
                    <a:lnTo>
                      <a:pt x="81" y="603"/>
                    </a:lnTo>
                    <a:lnTo>
                      <a:pt x="603" y="80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26"/>
              <p:cNvSpPr/>
              <p:nvPr/>
            </p:nvSpPr>
            <p:spPr>
              <a:xfrm>
                <a:off x="1824406" y="48445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81" y="0"/>
                    </a:moveTo>
                    <a:lnTo>
                      <a:pt x="0" y="87"/>
                    </a:lnTo>
                    <a:lnTo>
                      <a:pt x="523" y="610"/>
                    </a:lnTo>
                    <a:lnTo>
                      <a:pt x="603" y="52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26"/>
              <p:cNvSpPr/>
              <p:nvPr/>
            </p:nvSpPr>
            <p:spPr>
              <a:xfrm>
                <a:off x="785121" y="4418192"/>
                <a:ext cx="60385" cy="60779"/>
              </a:xfrm>
              <a:custGeom>
                <a:avLst/>
                <a:gdLst/>
                <a:ahLst/>
                <a:cxnLst/>
                <a:rect l="l" t="t" r="r" b="b"/>
                <a:pathLst>
                  <a:path w="919" h="925" extrusionOk="0">
                    <a:moveTo>
                      <a:pt x="1" y="1"/>
                    </a:moveTo>
                    <a:lnTo>
                      <a:pt x="1" y="925"/>
                    </a:lnTo>
                    <a:lnTo>
                      <a:pt x="918" y="925"/>
                    </a:lnTo>
                    <a:lnTo>
                      <a:pt x="9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6"/>
              <p:cNvSpPr/>
              <p:nvPr/>
            </p:nvSpPr>
            <p:spPr>
              <a:xfrm>
                <a:off x="-947372" y="2927716"/>
                <a:ext cx="2308830" cy="1917213"/>
              </a:xfrm>
              <a:custGeom>
                <a:avLst/>
                <a:gdLst/>
                <a:ahLst/>
                <a:cxnLst/>
                <a:rect l="l" t="t" r="r" b="b"/>
                <a:pathLst>
                  <a:path w="35138" h="29178" fill="none" extrusionOk="0">
                    <a:moveTo>
                      <a:pt x="35138" y="29177"/>
                    </a:moveTo>
                    <a:lnTo>
                      <a:pt x="29177" y="29177"/>
                    </a:lnTo>
                    <a:lnTo>
                      <a:pt x="0" y="1"/>
                    </a:lnTo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26"/>
              <p:cNvSpPr/>
              <p:nvPr/>
            </p:nvSpPr>
            <p:spPr>
              <a:xfrm>
                <a:off x="1019046" y="5099808"/>
                <a:ext cx="91136" cy="9113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87" extrusionOk="0">
                    <a:moveTo>
                      <a:pt x="0" y="0"/>
                    </a:moveTo>
                    <a:lnTo>
                      <a:pt x="0" y="1387"/>
                    </a:lnTo>
                    <a:lnTo>
                      <a:pt x="214" y="1387"/>
                    </a:lnTo>
                    <a:lnTo>
                      <a:pt x="214" y="215"/>
                    </a:lnTo>
                    <a:lnTo>
                      <a:pt x="1387" y="215"/>
                    </a:ln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7" name="Google Shape;827;p26"/>
            <p:cNvGrpSpPr/>
            <p:nvPr/>
          </p:nvGrpSpPr>
          <p:grpSpPr>
            <a:xfrm>
              <a:off x="5551008" y="2952873"/>
              <a:ext cx="3673604" cy="3673604"/>
              <a:chOff x="-621542" y="2525973"/>
              <a:chExt cx="3673604" cy="3673604"/>
            </a:xfrm>
          </p:grpSpPr>
          <p:grpSp>
            <p:nvGrpSpPr>
              <p:cNvPr id="828" name="Google Shape;828;p26"/>
              <p:cNvGrpSpPr/>
              <p:nvPr/>
            </p:nvGrpSpPr>
            <p:grpSpPr>
              <a:xfrm>
                <a:off x="-621542" y="2525973"/>
                <a:ext cx="3673604" cy="3673604"/>
                <a:chOff x="-621542" y="2525973"/>
                <a:chExt cx="3673604" cy="3673604"/>
              </a:xfrm>
            </p:grpSpPr>
            <p:sp>
              <p:nvSpPr>
                <p:cNvPr id="829" name="Google Shape;829;p26"/>
                <p:cNvSpPr/>
                <p:nvPr/>
              </p:nvSpPr>
              <p:spPr>
                <a:xfrm rot="2700000" flipH="1">
                  <a:off x="724802" y="3269671"/>
                  <a:ext cx="1486313" cy="20717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20" h="31529" extrusionOk="0">
                      <a:moveTo>
                        <a:pt x="0" y="1"/>
                      </a:moveTo>
                      <a:lnTo>
                        <a:pt x="0" y="5815"/>
                      </a:lnTo>
                      <a:lnTo>
                        <a:pt x="10750" y="5815"/>
                      </a:lnTo>
                      <a:lnTo>
                        <a:pt x="17395" y="12459"/>
                      </a:lnTo>
                      <a:lnTo>
                        <a:pt x="17395" y="26478"/>
                      </a:lnTo>
                      <a:lnTo>
                        <a:pt x="22445" y="31528"/>
                      </a:lnTo>
                      <a:lnTo>
                        <a:pt x="22619" y="31347"/>
                      </a:lnTo>
                      <a:lnTo>
                        <a:pt x="17649" y="26371"/>
                      </a:lnTo>
                      <a:lnTo>
                        <a:pt x="17649" y="12358"/>
                      </a:lnTo>
                      <a:lnTo>
                        <a:pt x="10891" y="5600"/>
                      </a:lnTo>
                      <a:lnTo>
                        <a:pt x="10851" y="5567"/>
                      </a:lnTo>
                      <a:lnTo>
                        <a:pt x="255" y="5567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0" name="Google Shape;830;p26"/>
                <p:cNvSpPr/>
                <p:nvPr/>
              </p:nvSpPr>
              <p:spPr>
                <a:xfrm rot="2700000" flipH="1">
                  <a:off x="1514370" y="3730789"/>
                  <a:ext cx="255801" cy="255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3" h="3892" extrusionOk="0">
                      <a:moveTo>
                        <a:pt x="1" y="0"/>
                      </a:moveTo>
                      <a:lnTo>
                        <a:pt x="1" y="1105"/>
                      </a:lnTo>
                      <a:lnTo>
                        <a:pt x="1394" y="2498"/>
                      </a:lnTo>
                      <a:lnTo>
                        <a:pt x="2787" y="3892"/>
                      </a:lnTo>
                      <a:lnTo>
                        <a:pt x="3892" y="3892"/>
                      </a:lnTo>
                      <a:lnTo>
                        <a:pt x="1950" y="194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1" name="Google Shape;831;p26"/>
                <p:cNvSpPr/>
                <p:nvPr/>
              </p:nvSpPr>
              <p:spPr>
                <a:xfrm rot="2700000" flipH="1">
                  <a:off x="2704897" y="4045210"/>
                  <a:ext cx="62554" cy="62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952" extrusionOk="0">
                      <a:moveTo>
                        <a:pt x="476" y="249"/>
                      </a:moveTo>
                      <a:cubicBezTo>
                        <a:pt x="597" y="249"/>
                        <a:pt x="697" y="356"/>
                        <a:pt x="697" y="476"/>
                      </a:cubicBezTo>
                      <a:cubicBezTo>
                        <a:pt x="697" y="604"/>
                        <a:pt x="597" y="704"/>
                        <a:pt x="476" y="704"/>
                      </a:cubicBezTo>
                      <a:cubicBezTo>
                        <a:pt x="349" y="704"/>
                        <a:pt x="249" y="604"/>
                        <a:pt x="249" y="476"/>
                      </a:cubicBezTo>
                      <a:cubicBezTo>
                        <a:pt x="249" y="356"/>
                        <a:pt x="349" y="249"/>
                        <a:pt x="476" y="249"/>
                      </a:cubicBezTo>
                      <a:close/>
                      <a:moveTo>
                        <a:pt x="476" y="1"/>
                      </a:moveTo>
                      <a:cubicBezTo>
                        <a:pt x="215" y="1"/>
                        <a:pt x="1" y="215"/>
                        <a:pt x="1" y="476"/>
                      </a:cubicBezTo>
                      <a:cubicBezTo>
                        <a:pt x="1" y="738"/>
                        <a:pt x="215" y="952"/>
                        <a:pt x="476" y="952"/>
                      </a:cubicBezTo>
                      <a:cubicBezTo>
                        <a:pt x="738" y="952"/>
                        <a:pt x="952" y="738"/>
                        <a:pt x="952" y="476"/>
                      </a:cubicBezTo>
                      <a:cubicBezTo>
                        <a:pt x="952" y="215"/>
                        <a:pt x="738" y="1"/>
                        <a:pt x="47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2" name="Google Shape;832;p26"/>
                <p:cNvSpPr/>
                <p:nvPr/>
              </p:nvSpPr>
              <p:spPr>
                <a:xfrm rot="2700000" flipH="1">
                  <a:off x="2209877" y="4031199"/>
                  <a:ext cx="383406" cy="224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3424" extrusionOk="0">
                      <a:moveTo>
                        <a:pt x="74" y="1"/>
                      </a:moveTo>
                      <a:lnTo>
                        <a:pt x="0" y="68"/>
                      </a:lnTo>
                      <a:lnTo>
                        <a:pt x="1742" y="1809"/>
                      </a:lnTo>
                      <a:lnTo>
                        <a:pt x="4146" y="1809"/>
                      </a:lnTo>
                      <a:lnTo>
                        <a:pt x="5767" y="3423"/>
                      </a:lnTo>
                      <a:lnTo>
                        <a:pt x="5834" y="3350"/>
                      </a:lnTo>
                      <a:lnTo>
                        <a:pt x="4193" y="1709"/>
                      </a:lnTo>
                      <a:lnTo>
                        <a:pt x="1782" y="1709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26"/>
                <p:cNvSpPr/>
                <p:nvPr/>
              </p:nvSpPr>
              <p:spPr>
                <a:xfrm rot="2700000" flipH="1">
                  <a:off x="-153304" y="3133709"/>
                  <a:ext cx="2737128" cy="2458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56" h="37410" extrusionOk="0">
                      <a:moveTo>
                        <a:pt x="87" y="1"/>
                      </a:moveTo>
                      <a:lnTo>
                        <a:pt x="0" y="95"/>
                      </a:lnTo>
                      <a:lnTo>
                        <a:pt x="15680" y="15775"/>
                      </a:lnTo>
                      <a:lnTo>
                        <a:pt x="15680" y="16284"/>
                      </a:lnTo>
                      <a:lnTo>
                        <a:pt x="17917" y="18521"/>
                      </a:lnTo>
                      <a:lnTo>
                        <a:pt x="19070" y="18521"/>
                      </a:lnTo>
                      <a:lnTo>
                        <a:pt x="22151" y="21602"/>
                      </a:lnTo>
                      <a:lnTo>
                        <a:pt x="25754" y="21602"/>
                      </a:lnTo>
                      <a:lnTo>
                        <a:pt x="41568" y="37409"/>
                      </a:lnTo>
                      <a:lnTo>
                        <a:pt x="41655" y="37315"/>
                      </a:lnTo>
                      <a:lnTo>
                        <a:pt x="24488" y="20148"/>
                      </a:lnTo>
                      <a:lnTo>
                        <a:pt x="24488" y="19244"/>
                      </a:lnTo>
                      <a:lnTo>
                        <a:pt x="22345" y="17094"/>
                      </a:lnTo>
                      <a:lnTo>
                        <a:pt x="20657" y="17094"/>
                      </a:lnTo>
                      <a:lnTo>
                        <a:pt x="16859" y="13303"/>
                      </a:lnTo>
                      <a:lnTo>
                        <a:pt x="13390" y="13303"/>
                      </a:lnTo>
                      <a:lnTo>
                        <a:pt x="8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34" name="Google Shape;834;p26"/>
              <p:cNvSpPr/>
              <p:nvPr/>
            </p:nvSpPr>
            <p:spPr>
              <a:xfrm>
                <a:off x="1419065" y="4120126"/>
                <a:ext cx="473620" cy="473620"/>
              </a:xfrm>
              <a:custGeom>
                <a:avLst/>
                <a:gdLst/>
                <a:ahLst/>
                <a:cxnLst/>
                <a:rect l="l" t="t" r="r" b="b"/>
                <a:pathLst>
                  <a:path w="7208" h="7208" fill="none" extrusionOk="0">
                    <a:moveTo>
                      <a:pt x="7208" y="3604"/>
                    </a:moveTo>
                    <a:cubicBezTo>
                      <a:pt x="7208" y="5593"/>
                      <a:pt x="5593" y="7207"/>
                      <a:pt x="3604" y="7207"/>
                    </a:cubicBezTo>
                    <a:cubicBezTo>
                      <a:pt x="1615" y="7207"/>
                      <a:pt x="1" y="5593"/>
                      <a:pt x="1" y="3604"/>
                    </a:cubicBezTo>
                    <a:cubicBezTo>
                      <a:pt x="1" y="1615"/>
                      <a:pt x="1615" y="0"/>
                      <a:pt x="3604" y="0"/>
                    </a:cubicBezTo>
                    <a:cubicBezTo>
                      <a:pt x="5593" y="0"/>
                      <a:pt x="7208" y="1615"/>
                      <a:pt x="7208" y="36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26"/>
              <p:cNvSpPr/>
              <p:nvPr/>
            </p:nvSpPr>
            <p:spPr>
              <a:xfrm>
                <a:off x="1654556" y="4018018"/>
                <a:ext cx="136015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29" extrusionOk="0">
                    <a:moveTo>
                      <a:pt x="0" y="1"/>
                    </a:moveTo>
                    <a:lnTo>
                      <a:pt x="0" y="329"/>
                    </a:lnTo>
                    <a:lnTo>
                      <a:pt x="2070" y="329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6"/>
              <p:cNvSpPr/>
              <p:nvPr/>
            </p:nvSpPr>
            <p:spPr>
              <a:xfrm>
                <a:off x="1816916" y="4018018"/>
                <a:ext cx="67876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1032" y="329"/>
                    </a:lnTo>
                    <a:lnTo>
                      <a:pt x="10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6"/>
              <p:cNvSpPr/>
              <p:nvPr/>
            </p:nvSpPr>
            <p:spPr>
              <a:xfrm>
                <a:off x="1904962" y="4018018"/>
                <a:ext cx="21618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329" h="329" extrusionOk="0">
                    <a:moveTo>
                      <a:pt x="0" y="1"/>
                    </a:moveTo>
                    <a:lnTo>
                      <a:pt x="0" y="329"/>
                    </a:lnTo>
                    <a:lnTo>
                      <a:pt x="328" y="329"/>
                    </a:lnTo>
                    <a:lnTo>
                      <a:pt x="3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26"/>
              <p:cNvSpPr/>
              <p:nvPr/>
            </p:nvSpPr>
            <p:spPr>
              <a:xfrm>
                <a:off x="1869283" y="4586641"/>
                <a:ext cx="67876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1032" y="168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26"/>
              <p:cNvSpPr/>
              <p:nvPr/>
            </p:nvSpPr>
            <p:spPr>
              <a:xfrm>
                <a:off x="1950299" y="4586641"/>
                <a:ext cx="33905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516" h="168" extrusionOk="0">
                    <a:moveTo>
                      <a:pt x="0" y="0"/>
                    </a:moveTo>
                    <a:lnTo>
                      <a:pt x="0" y="168"/>
                    </a:lnTo>
                    <a:lnTo>
                      <a:pt x="516" y="168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6"/>
              <p:cNvSpPr/>
              <p:nvPr/>
            </p:nvSpPr>
            <p:spPr>
              <a:xfrm>
                <a:off x="1994257" y="4586641"/>
                <a:ext cx="11105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168" y="168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7"/>
          <p:cNvSpPr txBox="1">
            <a:spLocks noGrp="1"/>
          </p:cNvSpPr>
          <p:nvPr>
            <p:ph type="subTitle" idx="1"/>
          </p:nvPr>
        </p:nvSpPr>
        <p:spPr>
          <a:xfrm>
            <a:off x="1268994" y="19686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7"/>
          <p:cNvSpPr txBox="1">
            <a:spLocks noGrp="1"/>
          </p:cNvSpPr>
          <p:nvPr>
            <p:ph type="subTitle" idx="2"/>
          </p:nvPr>
        </p:nvSpPr>
        <p:spPr>
          <a:xfrm>
            <a:off x="4270897" y="19686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27"/>
          <p:cNvSpPr txBox="1">
            <a:spLocks noGrp="1"/>
          </p:cNvSpPr>
          <p:nvPr>
            <p:ph type="subTitle" idx="3"/>
          </p:nvPr>
        </p:nvSpPr>
        <p:spPr>
          <a:xfrm>
            <a:off x="1268994" y="34020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27"/>
          <p:cNvSpPr txBox="1">
            <a:spLocks noGrp="1"/>
          </p:cNvSpPr>
          <p:nvPr>
            <p:ph type="subTitle" idx="4"/>
          </p:nvPr>
        </p:nvSpPr>
        <p:spPr>
          <a:xfrm>
            <a:off x="4270897" y="340200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7" name="Google Shape;847;p27"/>
          <p:cNvSpPr txBox="1">
            <a:spLocks noGrp="1"/>
          </p:cNvSpPr>
          <p:nvPr>
            <p:ph type="subTitle" idx="5"/>
          </p:nvPr>
        </p:nvSpPr>
        <p:spPr>
          <a:xfrm>
            <a:off x="1268994" y="168500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8" name="Google Shape;848;p27"/>
          <p:cNvSpPr txBox="1">
            <a:spLocks noGrp="1"/>
          </p:cNvSpPr>
          <p:nvPr>
            <p:ph type="subTitle" idx="6"/>
          </p:nvPr>
        </p:nvSpPr>
        <p:spPr>
          <a:xfrm>
            <a:off x="1268994" y="31184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9" name="Google Shape;849;p27"/>
          <p:cNvSpPr txBox="1">
            <a:spLocks noGrp="1"/>
          </p:cNvSpPr>
          <p:nvPr>
            <p:ph type="subTitle" idx="7"/>
          </p:nvPr>
        </p:nvSpPr>
        <p:spPr>
          <a:xfrm>
            <a:off x="4270894" y="168500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0" name="Google Shape;850;p27"/>
          <p:cNvSpPr txBox="1">
            <a:spLocks noGrp="1"/>
          </p:cNvSpPr>
          <p:nvPr>
            <p:ph type="subTitle" idx="8"/>
          </p:nvPr>
        </p:nvSpPr>
        <p:spPr>
          <a:xfrm>
            <a:off x="4270894" y="31184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51" name="Google Shape;851;p27"/>
          <p:cNvGrpSpPr/>
          <p:nvPr/>
        </p:nvGrpSpPr>
        <p:grpSpPr>
          <a:xfrm>
            <a:off x="7820156" y="2730869"/>
            <a:ext cx="2308830" cy="2176473"/>
            <a:chOff x="7820156" y="2730869"/>
            <a:chExt cx="2308830" cy="2176473"/>
          </a:xfrm>
        </p:grpSpPr>
        <p:sp>
          <p:nvSpPr>
            <p:cNvPr id="852" name="Google Shape;852;p27"/>
            <p:cNvSpPr/>
            <p:nvPr/>
          </p:nvSpPr>
          <p:spPr>
            <a:xfrm>
              <a:off x="8338611" y="4178642"/>
              <a:ext cx="1209478" cy="713912"/>
            </a:xfrm>
            <a:custGeom>
              <a:avLst/>
              <a:gdLst/>
              <a:ahLst/>
              <a:cxnLst/>
              <a:rect l="l" t="t" r="r" b="b"/>
              <a:pathLst>
                <a:path w="18407" h="10865" extrusionOk="0">
                  <a:moveTo>
                    <a:pt x="0" y="1"/>
                  </a:moveTo>
                  <a:lnTo>
                    <a:pt x="8761" y="8768"/>
                  </a:lnTo>
                  <a:lnTo>
                    <a:pt x="9512" y="8768"/>
                  </a:lnTo>
                  <a:lnTo>
                    <a:pt x="11608" y="10865"/>
                  </a:lnTo>
                  <a:lnTo>
                    <a:pt x="18407" y="10824"/>
                  </a:lnTo>
                  <a:lnTo>
                    <a:pt x="11159" y="3577"/>
                  </a:lnTo>
                  <a:lnTo>
                    <a:pt x="7904" y="3577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9040656" y="2730869"/>
              <a:ext cx="89822" cy="28714"/>
            </a:xfrm>
            <a:custGeom>
              <a:avLst/>
              <a:gdLst/>
              <a:ahLst/>
              <a:cxnLst/>
              <a:rect l="l" t="t" r="r" b="b"/>
              <a:pathLst>
                <a:path w="1367" h="437" extrusionOk="0">
                  <a:moveTo>
                    <a:pt x="0" y="1"/>
                  </a:moveTo>
                  <a:lnTo>
                    <a:pt x="0" y="436"/>
                  </a:lnTo>
                  <a:lnTo>
                    <a:pt x="1367" y="436"/>
                  </a:lnTo>
                  <a:lnTo>
                    <a:pt x="13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8985200" y="2730869"/>
              <a:ext cx="29108" cy="28714"/>
            </a:xfrm>
            <a:custGeom>
              <a:avLst/>
              <a:gdLst/>
              <a:ahLst/>
              <a:cxnLst/>
              <a:rect l="l" t="t" r="r" b="b"/>
              <a:pathLst>
                <a:path w="443" h="437" extrusionOk="0">
                  <a:moveTo>
                    <a:pt x="0" y="1"/>
                  </a:moveTo>
                  <a:lnTo>
                    <a:pt x="0" y="436"/>
                  </a:lnTo>
                  <a:lnTo>
                    <a:pt x="443" y="436"/>
                  </a:lnTo>
                  <a:lnTo>
                    <a:pt x="4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 flipH="1">
              <a:off x="7820156" y="2990128"/>
              <a:ext cx="2308830" cy="1917213"/>
            </a:xfrm>
            <a:custGeom>
              <a:avLst/>
              <a:gdLst/>
              <a:ahLst/>
              <a:cxnLst/>
              <a:rect l="l" t="t" r="r" b="b"/>
              <a:pathLst>
                <a:path w="35138" h="29178" fill="none" extrusionOk="0">
                  <a:moveTo>
                    <a:pt x="35138" y="29177"/>
                  </a:moveTo>
                  <a:lnTo>
                    <a:pt x="29177" y="29177"/>
                  </a:ln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 flipH="1">
              <a:off x="8781658" y="2958433"/>
              <a:ext cx="91136" cy="91136"/>
            </a:xfrm>
            <a:custGeom>
              <a:avLst/>
              <a:gdLst/>
              <a:ahLst/>
              <a:cxnLst/>
              <a:rect l="l" t="t" r="r" b="b"/>
              <a:pathLst>
                <a:path w="1387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214" y="1387"/>
                  </a:lnTo>
                  <a:lnTo>
                    <a:pt x="214" y="215"/>
                  </a:lnTo>
                  <a:lnTo>
                    <a:pt x="1387" y="215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0" name="Google Shape;900;p29"/>
          <p:cNvSpPr txBox="1">
            <a:spLocks noGrp="1"/>
          </p:cNvSpPr>
          <p:nvPr>
            <p:ph type="subTitle" idx="1"/>
          </p:nvPr>
        </p:nvSpPr>
        <p:spPr>
          <a:xfrm>
            <a:off x="1112605" y="20186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29"/>
          <p:cNvSpPr txBox="1">
            <a:spLocks noGrp="1"/>
          </p:cNvSpPr>
          <p:nvPr>
            <p:ph type="subTitle" idx="2"/>
          </p:nvPr>
        </p:nvSpPr>
        <p:spPr>
          <a:xfrm>
            <a:off x="3582450" y="20186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9"/>
          <p:cNvSpPr txBox="1">
            <a:spLocks noGrp="1"/>
          </p:cNvSpPr>
          <p:nvPr>
            <p:ph type="subTitle" idx="3"/>
          </p:nvPr>
        </p:nvSpPr>
        <p:spPr>
          <a:xfrm>
            <a:off x="1112605" y="37568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9"/>
          <p:cNvSpPr txBox="1">
            <a:spLocks noGrp="1"/>
          </p:cNvSpPr>
          <p:nvPr>
            <p:ph type="subTitle" idx="4"/>
          </p:nvPr>
        </p:nvSpPr>
        <p:spPr>
          <a:xfrm>
            <a:off x="3582450" y="37568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29"/>
          <p:cNvSpPr txBox="1">
            <a:spLocks noGrp="1"/>
          </p:cNvSpPr>
          <p:nvPr>
            <p:ph type="subTitle" idx="5"/>
          </p:nvPr>
        </p:nvSpPr>
        <p:spPr>
          <a:xfrm>
            <a:off x="6052295" y="20186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5" name="Google Shape;905;p29"/>
          <p:cNvSpPr txBox="1">
            <a:spLocks noGrp="1"/>
          </p:cNvSpPr>
          <p:nvPr>
            <p:ph type="subTitle" idx="6"/>
          </p:nvPr>
        </p:nvSpPr>
        <p:spPr>
          <a:xfrm>
            <a:off x="6052295" y="375688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6" name="Google Shape;906;p29"/>
          <p:cNvSpPr txBox="1">
            <a:spLocks noGrp="1"/>
          </p:cNvSpPr>
          <p:nvPr>
            <p:ph type="subTitle" idx="7"/>
          </p:nvPr>
        </p:nvSpPr>
        <p:spPr>
          <a:xfrm>
            <a:off x="1111105" y="17571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7" name="Google Shape;907;p29"/>
          <p:cNvSpPr txBox="1">
            <a:spLocks noGrp="1"/>
          </p:cNvSpPr>
          <p:nvPr>
            <p:ph type="subTitle" idx="8"/>
          </p:nvPr>
        </p:nvSpPr>
        <p:spPr>
          <a:xfrm>
            <a:off x="3580950" y="17571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8" name="Google Shape;908;p29"/>
          <p:cNvSpPr txBox="1">
            <a:spLocks noGrp="1"/>
          </p:cNvSpPr>
          <p:nvPr>
            <p:ph type="subTitle" idx="9"/>
          </p:nvPr>
        </p:nvSpPr>
        <p:spPr>
          <a:xfrm>
            <a:off x="6050795" y="17571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9" name="Google Shape;909;p29"/>
          <p:cNvSpPr txBox="1">
            <a:spLocks noGrp="1"/>
          </p:cNvSpPr>
          <p:nvPr>
            <p:ph type="subTitle" idx="13"/>
          </p:nvPr>
        </p:nvSpPr>
        <p:spPr>
          <a:xfrm>
            <a:off x="1111105" y="34942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0" name="Google Shape;910;p29"/>
          <p:cNvSpPr txBox="1">
            <a:spLocks noGrp="1"/>
          </p:cNvSpPr>
          <p:nvPr>
            <p:ph type="subTitle" idx="14"/>
          </p:nvPr>
        </p:nvSpPr>
        <p:spPr>
          <a:xfrm>
            <a:off x="3580950" y="34942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1" name="Google Shape;911;p29"/>
          <p:cNvSpPr txBox="1">
            <a:spLocks noGrp="1"/>
          </p:cNvSpPr>
          <p:nvPr>
            <p:ph type="subTitle" idx="15"/>
          </p:nvPr>
        </p:nvSpPr>
        <p:spPr>
          <a:xfrm>
            <a:off x="6050795" y="34942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12" name="Google Shape;912;p29"/>
          <p:cNvGrpSpPr/>
          <p:nvPr/>
        </p:nvGrpSpPr>
        <p:grpSpPr>
          <a:xfrm>
            <a:off x="-2046432" y="1528983"/>
            <a:ext cx="12895343" cy="4307652"/>
            <a:chOff x="-2046432" y="1528983"/>
            <a:chExt cx="12895343" cy="4307652"/>
          </a:xfrm>
        </p:grpSpPr>
        <p:sp>
          <p:nvSpPr>
            <p:cNvPr id="913" name="Google Shape;913;p29"/>
            <p:cNvSpPr/>
            <p:nvPr/>
          </p:nvSpPr>
          <p:spPr>
            <a:xfrm>
              <a:off x="-316446" y="4247042"/>
              <a:ext cx="1209478" cy="713912"/>
            </a:xfrm>
            <a:custGeom>
              <a:avLst/>
              <a:gdLst/>
              <a:ahLst/>
              <a:cxnLst/>
              <a:rect l="l" t="t" r="r" b="b"/>
              <a:pathLst>
                <a:path w="18407" h="10865" extrusionOk="0">
                  <a:moveTo>
                    <a:pt x="0" y="1"/>
                  </a:moveTo>
                  <a:lnTo>
                    <a:pt x="8761" y="8768"/>
                  </a:lnTo>
                  <a:lnTo>
                    <a:pt x="9512" y="8768"/>
                  </a:lnTo>
                  <a:lnTo>
                    <a:pt x="11608" y="10865"/>
                  </a:lnTo>
                  <a:lnTo>
                    <a:pt x="18407" y="10824"/>
                  </a:lnTo>
                  <a:lnTo>
                    <a:pt x="11159" y="3577"/>
                  </a:lnTo>
                  <a:lnTo>
                    <a:pt x="7904" y="3577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9"/>
            <p:cNvSpPr/>
            <p:nvPr/>
          </p:nvSpPr>
          <p:spPr>
            <a:xfrm flipH="1">
              <a:off x="8184701" y="4247045"/>
              <a:ext cx="1209938" cy="713912"/>
            </a:xfrm>
            <a:custGeom>
              <a:avLst/>
              <a:gdLst/>
              <a:ahLst/>
              <a:cxnLst/>
              <a:rect l="l" t="t" r="r" b="b"/>
              <a:pathLst>
                <a:path w="18414" h="10865" extrusionOk="0">
                  <a:moveTo>
                    <a:pt x="6799" y="1"/>
                  </a:moveTo>
                  <a:lnTo>
                    <a:pt x="1" y="48"/>
                  </a:lnTo>
                  <a:lnTo>
                    <a:pt x="7254" y="7295"/>
                  </a:lnTo>
                  <a:lnTo>
                    <a:pt x="10503" y="7295"/>
                  </a:lnTo>
                  <a:lnTo>
                    <a:pt x="14080" y="10865"/>
                  </a:lnTo>
                  <a:lnTo>
                    <a:pt x="18413" y="10865"/>
                  </a:lnTo>
                  <a:lnTo>
                    <a:pt x="9646" y="2104"/>
                  </a:lnTo>
                  <a:lnTo>
                    <a:pt x="8895" y="2104"/>
                  </a:lnTo>
                  <a:lnTo>
                    <a:pt x="67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5" name="Google Shape;915;p29"/>
            <p:cNvGrpSpPr/>
            <p:nvPr/>
          </p:nvGrpSpPr>
          <p:grpSpPr>
            <a:xfrm>
              <a:off x="-2046432" y="1528983"/>
              <a:ext cx="12895343" cy="4307652"/>
              <a:chOff x="-2046432" y="1528983"/>
              <a:chExt cx="12895343" cy="4307652"/>
            </a:xfrm>
          </p:grpSpPr>
          <p:grpSp>
            <p:nvGrpSpPr>
              <p:cNvPr id="916" name="Google Shape;916;p29"/>
              <p:cNvGrpSpPr/>
              <p:nvPr/>
            </p:nvGrpSpPr>
            <p:grpSpPr>
              <a:xfrm>
                <a:off x="-2046432" y="1528983"/>
                <a:ext cx="12895343" cy="4307652"/>
                <a:chOff x="-2046432" y="1528983"/>
                <a:chExt cx="12895343" cy="4307652"/>
              </a:xfrm>
            </p:grpSpPr>
            <p:grpSp>
              <p:nvGrpSpPr>
                <p:cNvPr id="917" name="Google Shape;917;p29"/>
                <p:cNvGrpSpPr/>
                <p:nvPr/>
              </p:nvGrpSpPr>
              <p:grpSpPr>
                <a:xfrm rot="-5400000">
                  <a:off x="-1486872" y="2314209"/>
                  <a:ext cx="2689091" cy="3808212"/>
                  <a:chOff x="7933053" y="-482216"/>
                  <a:chExt cx="2689091" cy="3808212"/>
                </a:xfrm>
              </p:grpSpPr>
              <p:sp>
                <p:nvSpPr>
                  <p:cNvPr id="918" name="Google Shape;918;p29"/>
                  <p:cNvSpPr/>
                  <p:nvPr/>
                </p:nvSpPr>
                <p:spPr>
                  <a:xfrm flipH="1">
                    <a:off x="8074781" y="3194385"/>
                    <a:ext cx="40082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10" extrusionOk="0">
                        <a:moveTo>
                          <a:pt x="522" y="0"/>
                        </a:moveTo>
                        <a:lnTo>
                          <a:pt x="0" y="523"/>
                        </a:lnTo>
                        <a:lnTo>
                          <a:pt x="87" y="610"/>
                        </a:lnTo>
                        <a:lnTo>
                          <a:pt x="610" y="87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9" name="Google Shape;919;p29"/>
                  <p:cNvSpPr/>
                  <p:nvPr/>
                </p:nvSpPr>
                <p:spPr>
                  <a:xfrm flipH="1">
                    <a:off x="8074781" y="3194779"/>
                    <a:ext cx="40082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04" extrusionOk="0">
                        <a:moveTo>
                          <a:pt x="87" y="1"/>
                        </a:moveTo>
                        <a:lnTo>
                          <a:pt x="0" y="88"/>
                        </a:lnTo>
                        <a:lnTo>
                          <a:pt x="522" y="604"/>
                        </a:lnTo>
                        <a:lnTo>
                          <a:pt x="610" y="523"/>
                        </a:lnTo>
                        <a:lnTo>
                          <a:pt x="87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0" name="Google Shape;920;p29"/>
                  <p:cNvSpPr/>
                  <p:nvPr/>
                </p:nvSpPr>
                <p:spPr>
                  <a:xfrm flipH="1">
                    <a:off x="8187007" y="3194779"/>
                    <a:ext cx="39687" cy="40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1" extrusionOk="0">
                        <a:moveTo>
                          <a:pt x="523" y="1"/>
                        </a:moveTo>
                        <a:lnTo>
                          <a:pt x="1" y="523"/>
                        </a:lnTo>
                        <a:lnTo>
                          <a:pt x="81" y="610"/>
                        </a:lnTo>
                        <a:lnTo>
                          <a:pt x="604" y="88"/>
                        </a:lnTo>
                        <a:lnTo>
                          <a:pt x="52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1" name="Google Shape;921;p29"/>
                  <p:cNvSpPr/>
                  <p:nvPr/>
                </p:nvSpPr>
                <p:spPr>
                  <a:xfrm flipH="1">
                    <a:off x="8187007" y="3194779"/>
                    <a:ext cx="39687" cy="40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1" extrusionOk="0">
                        <a:moveTo>
                          <a:pt x="81" y="1"/>
                        </a:moveTo>
                        <a:lnTo>
                          <a:pt x="1" y="88"/>
                        </a:lnTo>
                        <a:lnTo>
                          <a:pt x="523" y="610"/>
                        </a:lnTo>
                        <a:lnTo>
                          <a:pt x="604" y="523"/>
                        </a:lnTo>
                        <a:lnTo>
                          <a:pt x="8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2" name="Google Shape;922;p29"/>
                  <p:cNvSpPr/>
                  <p:nvPr/>
                </p:nvSpPr>
                <p:spPr>
                  <a:xfrm flipH="1">
                    <a:off x="7962555" y="3285914"/>
                    <a:ext cx="39687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0" extrusionOk="0">
                        <a:moveTo>
                          <a:pt x="523" y="0"/>
                        </a:moveTo>
                        <a:lnTo>
                          <a:pt x="1" y="523"/>
                        </a:lnTo>
                        <a:lnTo>
                          <a:pt x="81" y="610"/>
                        </a:lnTo>
                        <a:lnTo>
                          <a:pt x="604" y="87"/>
                        </a:lnTo>
                        <a:lnTo>
                          <a:pt x="523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3" name="Google Shape;923;p29"/>
                  <p:cNvSpPr/>
                  <p:nvPr/>
                </p:nvSpPr>
                <p:spPr>
                  <a:xfrm flipH="1">
                    <a:off x="7962555" y="3285914"/>
                    <a:ext cx="39687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0" extrusionOk="0">
                        <a:moveTo>
                          <a:pt x="81" y="0"/>
                        </a:moveTo>
                        <a:lnTo>
                          <a:pt x="1" y="87"/>
                        </a:lnTo>
                        <a:lnTo>
                          <a:pt x="523" y="610"/>
                        </a:lnTo>
                        <a:lnTo>
                          <a:pt x="604" y="523"/>
                        </a:lnTo>
                        <a:lnTo>
                          <a:pt x="81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4" name="Google Shape;924;p29"/>
                  <p:cNvSpPr/>
                  <p:nvPr/>
                </p:nvSpPr>
                <p:spPr>
                  <a:xfrm flipH="1">
                    <a:off x="8074321" y="3286374"/>
                    <a:ext cx="39687" cy="39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03" extrusionOk="0">
                        <a:moveTo>
                          <a:pt x="516" y="0"/>
                        </a:moveTo>
                        <a:lnTo>
                          <a:pt x="0" y="522"/>
                        </a:lnTo>
                        <a:lnTo>
                          <a:pt x="81" y="603"/>
                        </a:lnTo>
                        <a:lnTo>
                          <a:pt x="603" y="80"/>
                        </a:lnTo>
                        <a:lnTo>
                          <a:pt x="5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5" name="Google Shape;925;p29"/>
                  <p:cNvSpPr/>
                  <p:nvPr/>
                </p:nvSpPr>
                <p:spPr>
                  <a:xfrm flipH="1">
                    <a:off x="8074321" y="3285914"/>
                    <a:ext cx="39687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0" extrusionOk="0">
                        <a:moveTo>
                          <a:pt x="81" y="0"/>
                        </a:moveTo>
                        <a:lnTo>
                          <a:pt x="0" y="87"/>
                        </a:lnTo>
                        <a:lnTo>
                          <a:pt x="523" y="610"/>
                        </a:lnTo>
                        <a:lnTo>
                          <a:pt x="603" y="523"/>
                        </a:lnTo>
                        <a:lnTo>
                          <a:pt x="81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6" name="Google Shape;926;p29"/>
                  <p:cNvSpPr/>
                  <p:nvPr/>
                </p:nvSpPr>
                <p:spPr>
                  <a:xfrm flipH="1">
                    <a:off x="9336996" y="1663229"/>
                    <a:ext cx="39687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04" extrusionOk="0">
                        <a:moveTo>
                          <a:pt x="523" y="1"/>
                        </a:moveTo>
                        <a:lnTo>
                          <a:pt x="1" y="523"/>
                        </a:lnTo>
                        <a:lnTo>
                          <a:pt x="81" y="604"/>
                        </a:lnTo>
                        <a:lnTo>
                          <a:pt x="604" y="88"/>
                        </a:lnTo>
                        <a:lnTo>
                          <a:pt x="52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7" name="Google Shape;927;p29"/>
                  <p:cNvSpPr/>
                  <p:nvPr/>
                </p:nvSpPr>
                <p:spPr>
                  <a:xfrm flipH="1">
                    <a:off x="9336996" y="1663229"/>
                    <a:ext cx="39687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04" extrusionOk="0">
                        <a:moveTo>
                          <a:pt x="81" y="1"/>
                        </a:moveTo>
                        <a:lnTo>
                          <a:pt x="1" y="81"/>
                        </a:lnTo>
                        <a:lnTo>
                          <a:pt x="523" y="604"/>
                        </a:lnTo>
                        <a:lnTo>
                          <a:pt x="604" y="523"/>
                        </a:lnTo>
                        <a:lnTo>
                          <a:pt x="8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8" name="Google Shape;928;p29"/>
                  <p:cNvSpPr/>
                  <p:nvPr/>
                </p:nvSpPr>
                <p:spPr>
                  <a:xfrm flipH="1">
                    <a:off x="9212877" y="1663229"/>
                    <a:ext cx="40082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04" extrusionOk="0">
                        <a:moveTo>
                          <a:pt x="522" y="1"/>
                        </a:moveTo>
                        <a:lnTo>
                          <a:pt x="0" y="517"/>
                        </a:lnTo>
                        <a:lnTo>
                          <a:pt x="87" y="604"/>
                        </a:lnTo>
                        <a:lnTo>
                          <a:pt x="610" y="81"/>
                        </a:lnTo>
                        <a:lnTo>
                          <a:pt x="522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9" name="Google Shape;929;p29"/>
                  <p:cNvSpPr/>
                  <p:nvPr/>
                </p:nvSpPr>
                <p:spPr>
                  <a:xfrm flipH="1">
                    <a:off x="9212877" y="1663229"/>
                    <a:ext cx="40082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04" extrusionOk="0">
                        <a:moveTo>
                          <a:pt x="87" y="1"/>
                        </a:moveTo>
                        <a:lnTo>
                          <a:pt x="0" y="81"/>
                        </a:lnTo>
                        <a:lnTo>
                          <a:pt x="522" y="604"/>
                        </a:lnTo>
                        <a:lnTo>
                          <a:pt x="610" y="523"/>
                        </a:lnTo>
                        <a:lnTo>
                          <a:pt x="87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0" name="Google Shape;930;p29"/>
                  <p:cNvSpPr/>
                  <p:nvPr/>
                </p:nvSpPr>
                <p:spPr>
                  <a:xfrm flipH="1">
                    <a:off x="8753394" y="2566363"/>
                    <a:ext cx="38833" cy="271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4133" extrusionOk="0">
                        <a:moveTo>
                          <a:pt x="590" y="0"/>
                        </a:moveTo>
                        <a:lnTo>
                          <a:pt x="1" y="590"/>
                        </a:lnTo>
                        <a:lnTo>
                          <a:pt x="1" y="2063"/>
                        </a:lnTo>
                        <a:lnTo>
                          <a:pt x="1" y="3543"/>
                        </a:lnTo>
                        <a:lnTo>
                          <a:pt x="590" y="4133"/>
                        </a:lnTo>
                        <a:lnTo>
                          <a:pt x="590" y="2063"/>
                        </a:lnTo>
                        <a:lnTo>
                          <a:pt x="59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1" name="Google Shape;931;p29"/>
                  <p:cNvSpPr/>
                  <p:nvPr/>
                </p:nvSpPr>
                <p:spPr>
                  <a:xfrm flipH="1">
                    <a:off x="10080721" y="1389956"/>
                    <a:ext cx="191997" cy="1919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2" h="2921" extrusionOk="0">
                        <a:moveTo>
                          <a:pt x="1" y="0"/>
                        </a:moveTo>
                        <a:lnTo>
                          <a:pt x="1461" y="1461"/>
                        </a:lnTo>
                        <a:lnTo>
                          <a:pt x="2921" y="2921"/>
                        </a:lnTo>
                        <a:lnTo>
                          <a:pt x="2921" y="2090"/>
                        </a:lnTo>
                        <a:lnTo>
                          <a:pt x="1876" y="1045"/>
                        </a:lnTo>
                        <a:lnTo>
                          <a:pt x="83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2" name="Google Shape;932;p29"/>
                  <p:cNvSpPr/>
                  <p:nvPr/>
                </p:nvSpPr>
                <p:spPr>
                  <a:xfrm flipH="1">
                    <a:off x="10542441" y="1041384"/>
                    <a:ext cx="79703" cy="793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3" h="1207" extrusionOk="0">
                        <a:moveTo>
                          <a:pt x="610" y="322"/>
                        </a:moveTo>
                        <a:cubicBezTo>
                          <a:pt x="764" y="322"/>
                          <a:pt x="891" y="449"/>
                          <a:pt x="891" y="603"/>
                        </a:cubicBezTo>
                        <a:cubicBezTo>
                          <a:pt x="891" y="764"/>
                          <a:pt x="764" y="891"/>
                          <a:pt x="610" y="891"/>
                        </a:cubicBezTo>
                        <a:cubicBezTo>
                          <a:pt x="449" y="891"/>
                          <a:pt x="322" y="764"/>
                          <a:pt x="322" y="603"/>
                        </a:cubicBezTo>
                        <a:cubicBezTo>
                          <a:pt x="322" y="449"/>
                          <a:pt x="449" y="322"/>
                          <a:pt x="610" y="322"/>
                        </a:cubicBezTo>
                        <a:close/>
                        <a:moveTo>
                          <a:pt x="610" y="1"/>
                        </a:moveTo>
                        <a:cubicBezTo>
                          <a:pt x="275" y="1"/>
                          <a:pt x="1" y="275"/>
                          <a:pt x="1" y="603"/>
                        </a:cubicBezTo>
                        <a:cubicBezTo>
                          <a:pt x="1" y="938"/>
                          <a:pt x="275" y="1206"/>
                          <a:pt x="610" y="1206"/>
                        </a:cubicBezTo>
                        <a:cubicBezTo>
                          <a:pt x="938" y="1206"/>
                          <a:pt x="1213" y="938"/>
                          <a:pt x="1213" y="603"/>
                        </a:cubicBezTo>
                        <a:cubicBezTo>
                          <a:pt x="1213" y="268"/>
                          <a:pt x="938" y="1"/>
                          <a:pt x="610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3" name="Google Shape;933;p29"/>
                  <p:cNvSpPr/>
                  <p:nvPr/>
                </p:nvSpPr>
                <p:spPr>
                  <a:xfrm flipH="1">
                    <a:off x="8707202" y="2994112"/>
                    <a:ext cx="79309" cy="793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7" h="1207" extrusionOk="0">
                        <a:moveTo>
                          <a:pt x="604" y="315"/>
                        </a:moveTo>
                        <a:cubicBezTo>
                          <a:pt x="758" y="315"/>
                          <a:pt x="885" y="443"/>
                          <a:pt x="885" y="603"/>
                        </a:cubicBezTo>
                        <a:cubicBezTo>
                          <a:pt x="885" y="757"/>
                          <a:pt x="758" y="885"/>
                          <a:pt x="604" y="885"/>
                        </a:cubicBezTo>
                        <a:cubicBezTo>
                          <a:pt x="443" y="885"/>
                          <a:pt x="316" y="757"/>
                          <a:pt x="316" y="603"/>
                        </a:cubicBezTo>
                        <a:cubicBezTo>
                          <a:pt x="316" y="443"/>
                          <a:pt x="443" y="315"/>
                          <a:pt x="604" y="315"/>
                        </a:cubicBezTo>
                        <a:close/>
                        <a:moveTo>
                          <a:pt x="604" y="1"/>
                        </a:moveTo>
                        <a:cubicBezTo>
                          <a:pt x="269" y="1"/>
                          <a:pt x="1" y="269"/>
                          <a:pt x="1" y="603"/>
                        </a:cubicBezTo>
                        <a:cubicBezTo>
                          <a:pt x="1" y="932"/>
                          <a:pt x="269" y="1206"/>
                          <a:pt x="604" y="1206"/>
                        </a:cubicBezTo>
                        <a:cubicBezTo>
                          <a:pt x="932" y="1206"/>
                          <a:pt x="1207" y="932"/>
                          <a:pt x="1207" y="603"/>
                        </a:cubicBezTo>
                        <a:cubicBezTo>
                          <a:pt x="1207" y="269"/>
                          <a:pt x="932" y="1"/>
                          <a:pt x="604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4" name="Google Shape;934;p29"/>
                  <p:cNvSpPr/>
                  <p:nvPr/>
                </p:nvSpPr>
                <p:spPr>
                  <a:xfrm flipH="1">
                    <a:off x="8736668" y="1094211"/>
                    <a:ext cx="1836196" cy="1910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945" h="29070" extrusionOk="0">
                        <a:moveTo>
                          <a:pt x="222" y="0"/>
                        </a:moveTo>
                        <a:lnTo>
                          <a:pt x="1" y="221"/>
                        </a:lnTo>
                        <a:lnTo>
                          <a:pt x="8943" y="9163"/>
                        </a:lnTo>
                        <a:lnTo>
                          <a:pt x="8989" y="9210"/>
                        </a:lnTo>
                        <a:lnTo>
                          <a:pt x="15620" y="9210"/>
                        </a:lnTo>
                        <a:lnTo>
                          <a:pt x="27630" y="21220"/>
                        </a:lnTo>
                        <a:lnTo>
                          <a:pt x="27630" y="29070"/>
                        </a:lnTo>
                        <a:lnTo>
                          <a:pt x="27945" y="29070"/>
                        </a:lnTo>
                        <a:lnTo>
                          <a:pt x="27945" y="21086"/>
                        </a:lnTo>
                        <a:lnTo>
                          <a:pt x="15801" y="8942"/>
                        </a:lnTo>
                        <a:lnTo>
                          <a:pt x="15754" y="8895"/>
                        </a:lnTo>
                        <a:lnTo>
                          <a:pt x="9117" y="8895"/>
                        </a:lnTo>
                        <a:lnTo>
                          <a:pt x="222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5" name="Google Shape;935;p29"/>
                  <p:cNvSpPr/>
                  <p:nvPr/>
                </p:nvSpPr>
                <p:spPr>
                  <a:xfrm flipH="1">
                    <a:off x="8914037" y="1823421"/>
                    <a:ext cx="488995" cy="487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2" h="7423" extrusionOk="0">
                        <a:moveTo>
                          <a:pt x="0" y="1"/>
                        </a:moveTo>
                        <a:lnTo>
                          <a:pt x="0" y="128"/>
                        </a:lnTo>
                        <a:lnTo>
                          <a:pt x="3289" y="128"/>
                        </a:lnTo>
                        <a:lnTo>
                          <a:pt x="7308" y="4154"/>
                        </a:lnTo>
                        <a:lnTo>
                          <a:pt x="7308" y="7422"/>
                        </a:lnTo>
                        <a:lnTo>
                          <a:pt x="7441" y="7422"/>
                        </a:lnTo>
                        <a:lnTo>
                          <a:pt x="7441" y="4100"/>
                        </a:lnTo>
                        <a:lnTo>
                          <a:pt x="3342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6" name="Google Shape;936;p29"/>
                  <p:cNvSpPr/>
                  <p:nvPr/>
                </p:nvSpPr>
                <p:spPr>
                  <a:xfrm flipH="1">
                    <a:off x="9652516" y="1388182"/>
                    <a:ext cx="90742" cy="91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1" h="1388" extrusionOk="0">
                        <a:moveTo>
                          <a:pt x="1173" y="1"/>
                        </a:moveTo>
                        <a:lnTo>
                          <a:pt x="1173" y="1173"/>
                        </a:lnTo>
                        <a:lnTo>
                          <a:pt x="0" y="1173"/>
                        </a:lnTo>
                        <a:lnTo>
                          <a:pt x="0" y="1387"/>
                        </a:lnTo>
                        <a:lnTo>
                          <a:pt x="1380" y="1387"/>
                        </a:lnTo>
                        <a:lnTo>
                          <a:pt x="138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7" name="Google Shape;937;p29"/>
                  <p:cNvSpPr/>
                  <p:nvPr/>
                </p:nvSpPr>
                <p:spPr>
                  <a:xfrm flipH="1">
                    <a:off x="8074744" y="-482216"/>
                    <a:ext cx="1878906" cy="2617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5" h="39840" extrusionOk="0">
                        <a:moveTo>
                          <a:pt x="229" y="0"/>
                        </a:moveTo>
                        <a:lnTo>
                          <a:pt x="1" y="221"/>
                        </a:lnTo>
                        <a:lnTo>
                          <a:pt x="6290" y="6511"/>
                        </a:lnTo>
                        <a:lnTo>
                          <a:pt x="6290" y="24227"/>
                        </a:lnTo>
                        <a:lnTo>
                          <a:pt x="14830" y="32767"/>
                        </a:lnTo>
                        <a:lnTo>
                          <a:pt x="14877" y="32807"/>
                        </a:lnTo>
                        <a:lnTo>
                          <a:pt x="28273" y="32807"/>
                        </a:lnTo>
                        <a:lnTo>
                          <a:pt x="28273" y="39840"/>
                        </a:lnTo>
                        <a:lnTo>
                          <a:pt x="28595" y="39840"/>
                        </a:lnTo>
                        <a:lnTo>
                          <a:pt x="28595" y="32492"/>
                        </a:lnTo>
                        <a:lnTo>
                          <a:pt x="15004" y="32492"/>
                        </a:lnTo>
                        <a:lnTo>
                          <a:pt x="6605" y="24093"/>
                        </a:lnTo>
                        <a:lnTo>
                          <a:pt x="6605" y="6377"/>
                        </a:lnTo>
                        <a:lnTo>
                          <a:pt x="229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8" name="Google Shape;938;p29"/>
                  <p:cNvSpPr/>
                  <p:nvPr/>
                </p:nvSpPr>
                <p:spPr>
                  <a:xfrm flipH="1">
                    <a:off x="9096243" y="1220039"/>
                    <a:ext cx="323544" cy="32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4" h="4924" extrusionOk="0">
                        <a:moveTo>
                          <a:pt x="0" y="1"/>
                        </a:moveTo>
                        <a:lnTo>
                          <a:pt x="2465" y="2459"/>
                        </a:lnTo>
                        <a:lnTo>
                          <a:pt x="4924" y="4924"/>
                        </a:lnTo>
                        <a:lnTo>
                          <a:pt x="4924" y="3517"/>
                        </a:lnTo>
                        <a:lnTo>
                          <a:pt x="3162" y="1756"/>
                        </a:lnTo>
                        <a:lnTo>
                          <a:pt x="140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9" name="Google Shape;939;p29"/>
                  <p:cNvSpPr/>
                  <p:nvPr/>
                </p:nvSpPr>
                <p:spPr>
                  <a:xfrm flipH="1">
                    <a:off x="8045738" y="2124948"/>
                    <a:ext cx="79309" cy="79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7" h="1206" extrusionOk="0">
                        <a:moveTo>
                          <a:pt x="604" y="315"/>
                        </a:moveTo>
                        <a:cubicBezTo>
                          <a:pt x="758" y="315"/>
                          <a:pt x="885" y="442"/>
                          <a:pt x="885" y="603"/>
                        </a:cubicBezTo>
                        <a:cubicBezTo>
                          <a:pt x="885" y="757"/>
                          <a:pt x="758" y="884"/>
                          <a:pt x="604" y="884"/>
                        </a:cubicBezTo>
                        <a:cubicBezTo>
                          <a:pt x="443" y="884"/>
                          <a:pt x="316" y="757"/>
                          <a:pt x="316" y="603"/>
                        </a:cubicBezTo>
                        <a:cubicBezTo>
                          <a:pt x="316" y="442"/>
                          <a:pt x="443" y="315"/>
                          <a:pt x="604" y="315"/>
                        </a:cubicBezTo>
                        <a:close/>
                        <a:moveTo>
                          <a:pt x="604" y="0"/>
                        </a:moveTo>
                        <a:cubicBezTo>
                          <a:pt x="269" y="0"/>
                          <a:pt x="1" y="268"/>
                          <a:pt x="1" y="603"/>
                        </a:cubicBezTo>
                        <a:cubicBezTo>
                          <a:pt x="1" y="938"/>
                          <a:pt x="269" y="1206"/>
                          <a:pt x="604" y="1206"/>
                        </a:cubicBezTo>
                        <a:cubicBezTo>
                          <a:pt x="939" y="1206"/>
                          <a:pt x="1207" y="938"/>
                          <a:pt x="1207" y="603"/>
                        </a:cubicBezTo>
                        <a:cubicBezTo>
                          <a:pt x="1207" y="268"/>
                          <a:pt x="932" y="0"/>
                          <a:pt x="604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0" name="Google Shape;940;p29"/>
                  <p:cNvSpPr/>
                  <p:nvPr/>
                </p:nvSpPr>
                <p:spPr>
                  <a:xfrm flipH="1">
                    <a:off x="9527071" y="-142514"/>
                    <a:ext cx="676984" cy="959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03" h="14603" extrusionOk="0">
                        <a:moveTo>
                          <a:pt x="88" y="1"/>
                        </a:moveTo>
                        <a:lnTo>
                          <a:pt x="1" y="88"/>
                        </a:lnTo>
                        <a:lnTo>
                          <a:pt x="4033" y="4127"/>
                        </a:lnTo>
                        <a:lnTo>
                          <a:pt x="4033" y="8427"/>
                        </a:lnTo>
                        <a:lnTo>
                          <a:pt x="10215" y="14603"/>
                        </a:lnTo>
                        <a:lnTo>
                          <a:pt x="10302" y="14516"/>
                        </a:lnTo>
                        <a:lnTo>
                          <a:pt x="4160" y="8373"/>
                        </a:lnTo>
                        <a:lnTo>
                          <a:pt x="4160" y="4073"/>
                        </a:lnTo>
                        <a:lnTo>
                          <a:pt x="8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1" name="Google Shape;941;p29"/>
                  <p:cNvSpPr/>
                  <p:nvPr/>
                </p:nvSpPr>
                <p:spPr>
                  <a:xfrm flipH="1">
                    <a:off x="8082262" y="1663229"/>
                    <a:ext cx="484593" cy="284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5" h="4335" extrusionOk="0">
                        <a:moveTo>
                          <a:pt x="87" y="1"/>
                        </a:moveTo>
                        <a:lnTo>
                          <a:pt x="0" y="95"/>
                        </a:lnTo>
                        <a:lnTo>
                          <a:pt x="2077" y="2171"/>
                        </a:lnTo>
                        <a:lnTo>
                          <a:pt x="5124" y="2171"/>
                        </a:lnTo>
                        <a:lnTo>
                          <a:pt x="7281" y="4334"/>
                        </a:lnTo>
                        <a:lnTo>
                          <a:pt x="7375" y="4241"/>
                        </a:lnTo>
                        <a:lnTo>
                          <a:pt x="5178" y="2044"/>
                        </a:lnTo>
                        <a:lnTo>
                          <a:pt x="2130" y="2044"/>
                        </a:lnTo>
                        <a:lnTo>
                          <a:pt x="8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2" name="Google Shape;942;p29"/>
                  <p:cNvSpPr/>
                  <p:nvPr/>
                </p:nvSpPr>
                <p:spPr>
                  <a:xfrm flipH="1">
                    <a:off x="9397708" y="2173767"/>
                    <a:ext cx="60385" cy="60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9" h="925" extrusionOk="0">
                        <a:moveTo>
                          <a:pt x="1" y="1"/>
                        </a:moveTo>
                        <a:lnTo>
                          <a:pt x="1" y="925"/>
                        </a:lnTo>
                        <a:lnTo>
                          <a:pt x="918" y="925"/>
                        </a:lnTo>
                        <a:lnTo>
                          <a:pt x="918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3" name="Google Shape;943;p29"/>
                  <p:cNvSpPr/>
                  <p:nvPr/>
                </p:nvSpPr>
                <p:spPr>
                  <a:xfrm flipH="1">
                    <a:off x="10297753" y="1820793"/>
                    <a:ext cx="11499" cy="722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" h="1100" extrusionOk="0">
                        <a:moveTo>
                          <a:pt x="1" y="1"/>
                        </a:moveTo>
                        <a:lnTo>
                          <a:pt x="1" y="1099"/>
                        </a:lnTo>
                        <a:lnTo>
                          <a:pt x="175" y="1099"/>
                        </a:lnTo>
                        <a:lnTo>
                          <a:pt x="175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4" name="Google Shape;944;p29"/>
                  <p:cNvSpPr/>
                  <p:nvPr/>
                </p:nvSpPr>
                <p:spPr>
                  <a:xfrm flipH="1">
                    <a:off x="10267329" y="1851149"/>
                    <a:ext cx="71818" cy="115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3" h="176" extrusionOk="0">
                        <a:moveTo>
                          <a:pt x="0" y="1"/>
                        </a:moveTo>
                        <a:lnTo>
                          <a:pt x="0" y="175"/>
                        </a:lnTo>
                        <a:lnTo>
                          <a:pt x="1092" y="175"/>
                        </a:lnTo>
                        <a:lnTo>
                          <a:pt x="1092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5" name="Google Shape;945;p29"/>
                  <p:cNvSpPr/>
                  <p:nvPr/>
                </p:nvSpPr>
                <p:spPr>
                  <a:xfrm flipH="1">
                    <a:off x="10144130" y="1843264"/>
                    <a:ext cx="7050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" h="758" extrusionOk="0">
                        <a:moveTo>
                          <a:pt x="631" y="0"/>
                        </a:moveTo>
                        <a:lnTo>
                          <a:pt x="1" y="757"/>
                        </a:lnTo>
                        <a:lnTo>
                          <a:pt x="450" y="757"/>
                        </a:lnTo>
                        <a:lnTo>
                          <a:pt x="107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6" name="Google Shape;946;p29"/>
                  <p:cNvSpPr/>
                  <p:nvPr/>
                </p:nvSpPr>
                <p:spPr>
                  <a:xfrm flipH="1">
                    <a:off x="10090448" y="1843264"/>
                    <a:ext cx="70438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758" extrusionOk="0">
                        <a:moveTo>
                          <a:pt x="623" y="0"/>
                        </a:moveTo>
                        <a:lnTo>
                          <a:pt x="0" y="757"/>
                        </a:lnTo>
                        <a:lnTo>
                          <a:pt x="442" y="757"/>
                        </a:lnTo>
                        <a:lnTo>
                          <a:pt x="1072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7" name="Google Shape;947;p29"/>
                  <p:cNvSpPr/>
                  <p:nvPr/>
                </p:nvSpPr>
                <p:spPr>
                  <a:xfrm flipH="1">
                    <a:off x="10037161" y="1843264"/>
                    <a:ext cx="7004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6" h="758" extrusionOk="0">
                        <a:moveTo>
                          <a:pt x="623" y="0"/>
                        </a:moveTo>
                        <a:lnTo>
                          <a:pt x="0" y="757"/>
                        </a:lnTo>
                        <a:lnTo>
                          <a:pt x="442" y="757"/>
                        </a:lnTo>
                        <a:lnTo>
                          <a:pt x="106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8" name="Google Shape;948;p29"/>
                  <p:cNvSpPr/>
                  <p:nvPr/>
                </p:nvSpPr>
                <p:spPr>
                  <a:xfrm flipH="1">
                    <a:off x="9792470" y="2084867"/>
                    <a:ext cx="136080" cy="2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1" h="336" extrusionOk="0">
                        <a:moveTo>
                          <a:pt x="1" y="1"/>
                        </a:moveTo>
                        <a:lnTo>
                          <a:pt x="1" y="335"/>
                        </a:lnTo>
                        <a:lnTo>
                          <a:pt x="2070" y="335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9" name="Google Shape;949;p29"/>
                  <p:cNvSpPr/>
                  <p:nvPr/>
                </p:nvSpPr>
                <p:spPr>
                  <a:xfrm flipH="1">
                    <a:off x="9697854" y="2084867"/>
                    <a:ext cx="68270" cy="2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9" h="336" extrusionOk="0">
                        <a:moveTo>
                          <a:pt x="0" y="1"/>
                        </a:moveTo>
                        <a:lnTo>
                          <a:pt x="0" y="335"/>
                        </a:lnTo>
                        <a:lnTo>
                          <a:pt x="1038" y="335"/>
                        </a:lnTo>
                        <a:lnTo>
                          <a:pt x="103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0" name="Google Shape;950;p29"/>
                  <p:cNvSpPr/>
                  <p:nvPr/>
                </p:nvSpPr>
                <p:spPr>
                  <a:xfrm flipH="1">
                    <a:off x="9656066" y="2084867"/>
                    <a:ext cx="21618" cy="2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336" extrusionOk="0">
                        <a:moveTo>
                          <a:pt x="0" y="1"/>
                        </a:moveTo>
                        <a:lnTo>
                          <a:pt x="0" y="335"/>
                        </a:lnTo>
                        <a:lnTo>
                          <a:pt x="329" y="335"/>
                        </a:lnTo>
                        <a:lnTo>
                          <a:pt x="329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1" name="Google Shape;951;p29"/>
                  <p:cNvSpPr/>
                  <p:nvPr/>
                </p:nvSpPr>
                <p:spPr>
                  <a:xfrm flipH="1">
                    <a:off x="9541193" y="1821713"/>
                    <a:ext cx="943625" cy="27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61" h="4240" extrusionOk="0">
                        <a:moveTo>
                          <a:pt x="134" y="0"/>
                        </a:moveTo>
                        <a:lnTo>
                          <a:pt x="0" y="134"/>
                        </a:lnTo>
                        <a:lnTo>
                          <a:pt x="2579" y="2706"/>
                        </a:lnTo>
                        <a:lnTo>
                          <a:pt x="12700" y="2706"/>
                        </a:lnTo>
                        <a:lnTo>
                          <a:pt x="14227" y="4240"/>
                        </a:lnTo>
                        <a:lnTo>
                          <a:pt x="14361" y="4106"/>
                        </a:lnTo>
                        <a:lnTo>
                          <a:pt x="12773" y="2525"/>
                        </a:lnTo>
                        <a:lnTo>
                          <a:pt x="2653" y="2525"/>
                        </a:lnTo>
                        <a:lnTo>
                          <a:pt x="13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2" name="Google Shape;952;p29"/>
                  <p:cNvSpPr/>
                  <p:nvPr/>
                </p:nvSpPr>
                <p:spPr>
                  <a:xfrm flipH="1">
                    <a:off x="8045730" y="2561501"/>
                    <a:ext cx="473620" cy="4736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08" h="7208" fill="none" extrusionOk="0">
                        <a:moveTo>
                          <a:pt x="7208" y="3604"/>
                        </a:moveTo>
                        <a:cubicBezTo>
                          <a:pt x="7208" y="5593"/>
                          <a:pt x="5593" y="7207"/>
                          <a:pt x="3604" y="7207"/>
                        </a:cubicBezTo>
                        <a:cubicBezTo>
                          <a:pt x="1615" y="7207"/>
                          <a:pt x="1" y="5593"/>
                          <a:pt x="1" y="3604"/>
                        </a:cubicBezTo>
                        <a:cubicBezTo>
                          <a:pt x="1" y="1615"/>
                          <a:pt x="1615" y="0"/>
                          <a:pt x="3604" y="0"/>
                        </a:cubicBezTo>
                        <a:cubicBezTo>
                          <a:pt x="5593" y="0"/>
                          <a:pt x="7208" y="1615"/>
                          <a:pt x="7208" y="3604"/>
                        </a:cubicBez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2"/>
                    </a:solidFill>
                    <a:prstDash val="solid"/>
                    <a:miter lim="6698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3" name="Google Shape;953;p29"/>
                  <p:cNvSpPr/>
                  <p:nvPr/>
                </p:nvSpPr>
                <p:spPr>
                  <a:xfrm flipH="1">
                    <a:off x="8147844" y="2459393"/>
                    <a:ext cx="136015" cy="216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0" h="329" extrusionOk="0">
                        <a:moveTo>
                          <a:pt x="0" y="1"/>
                        </a:moveTo>
                        <a:lnTo>
                          <a:pt x="0" y="329"/>
                        </a:lnTo>
                        <a:lnTo>
                          <a:pt x="2070" y="329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4" name="Google Shape;954;p29"/>
                  <p:cNvSpPr/>
                  <p:nvPr/>
                </p:nvSpPr>
                <p:spPr>
                  <a:xfrm flipH="1">
                    <a:off x="8053623" y="2459393"/>
                    <a:ext cx="67876" cy="216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3" h="329" extrusionOk="0">
                        <a:moveTo>
                          <a:pt x="1" y="1"/>
                        </a:moveTo>
                        <a:lnTo>
                          <a:pt x="1" y="329"/>
                        </a:lnTo>
                        <a:lnTo>
                          <a:pt x="1032" y="329"/>
                        </a:lnTo>
                        <a:lnTo>
                          <a:pt x="1032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5" name="Google Shape;955;p29"/>
                  <p:cNvSpPr/>
                  <p:nvPr/>
                </p:nvSpPr>
                <p:spPr>
                  <a:xfrm flipH="1">
                    <a:off x="8011835" y="2459393"/>
                    <a:ext cx="21618" cy="216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329" extrusionOk="0">
                        <a:moveTo>
                          <a:pt x="0" y="1"/>
                        </a:moveTo>
                        <a:lnTo>
                          <a:pt x="0" y="329"/>
                        </a:lnTo>
                        <a:lnTo>
                          <a:pt x="328" y="329"/>
                        </a:lnTo>
                        <a:lnTo>
                          <a:pt x="328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6" name="Google Shape;956;p29"/>
                  <p:cNvSpPr/>
                  <p:nvPr/>
                </p:nvSpPr>
                <p:spPr>
                  <a:xfrm flipH="1">
                    <a:off x="8001255" y="3028016"/>
                    <a:ext cx="67876" cy="11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3" h="168" extrusionOk="0">
                        <a:moveTo>
                          <a:pt x="1" y="0"/>
                        </a:moveTo>
                        <a:lnTo>
                          <a:pt x="1" y="168"/>
                        </a:lnTo>
                        <a:lnTo>
                          <a:pt x="1032" y="168"/>
                        </a:lnTo>
                        <a:lnTo>
                          <a:pt x="103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7" name="Google Shape;957;p29"/>
                  <p:cNvSpPr/>
                  <p:nvPr/>
                </p:nvSpPr>
                <p:spPr>
                  <a:xfrm flipH="1">
                    <a:off x="7954210" y="3028016"/>
                    <a:ext cx="33905" cy="11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" h="168" extrusionOk="0">
                        <a:moveTo>
                          <a:pt x="0" y="0"/>
                        </a:moveTo>
                        <a:lnTo>
                          <a:pt x="0" y="168"/>
                        </a:lnTo>
                        <a:lnTo>
                          <a:pt x="516" y="168"/>
                        </a:lnTo>
                        <a:lnTo>
                          <a:pt x="5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8" name="Google Shape;958;p29"/>
                  <p:cNvSpPr/>
                  <p:nvPr/>
                </p:nvSpPr>
                <p:spPr>
                  <a:xfrm flipH="1">
                    <a:off x="7933053" y="3028016"/>
                    <a:ext cx="11105" cy="11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" h="168" extrusionOk="0">
                        <a:moveTo>
                          <a:pt x="1" y="0"/>
                        </a:moveTo>
                        <a:lnTo>
                          <a:pt x="1" y="168"/>
                        </a:lnTo>
                        <a:lnTo>
                          <a:pt x="168" y="168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9" name="Google Shape;959;p29"/>
                  <p:cNvSpPr/>
                  <p:nvPr/>
                </p:nvSpPr>
                <p:spPr>
                  <a:xfrm flipH="1">
                    <a:off x="9983479" y="1843264"/>
                    <a:ext cx="7004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6" h="758" extrusionOk="0">
                        <a:moveTo>
                          <a:pt x="623" y="0"/>
                        </a:moveTo>
                        <a:lnTo>
                          <a:pt x="0" y="757"/>
                        </a:lnTo>
                        <a:lnTo>
                          <a:pt x="442" y="757"/>
                        </a:lnTo>
                        <a:lnTo>
                          <a:pt x="106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0" name="Google Shape;960;p29"/>
                  <p:cNvSpPr/>
                  <p:nvPr/>
                </p:nvSpPr>
                <p:spPr>
                  <a:xfrm flipH="1">
                    <a:off x="9929797" y="1843264"/>
                    <a:ext cx="7050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" h="758" extrusionOk="0">
                        <a:moveTo>
                          <a:pt x="630" y="0"/>
                        </a:moveTo>
                        <a:lnTo>
                          <a:pt x="1" y="757"/>
                        </a:lnTo>
                        <a:lnTo>
                          <a:pt x="443" y="757"/>
                        </a:lnTo>
                        <a:lnTo>
                          <a:pt x="107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61" name="Google Shape;961;p29"/>
                <p:cNvGrpSpPr/>
                <p:nvPr/>
              </p:nvGrpSpPr>
              <p:grpSpPr>
                <a:xfrm rot="8100000">
                  <a:off x="7107638" y="2224286"/>
                  <a:ext cx="3174893" cy="2917046"/>
                  <a:chOff x="8828233" y="1349021"/>
                  <a:chExt cx="3174924" cy="2917074"/>
                </a:xfrm>
              </p:grpSpPr>
              <p:sp>
                <p:nvSpPr>
                  <p:cNvPr id="962" name="Google Shape;962;p29"/>
                  <p:cNvSpPr/>
                  <p:nvPr/>
                </p:nvSpPr>
                <p:spPr>
                  <a:xfrm flipH="1">
                    <a:off x="11923453" y="1349021"/>
                    <a:ext cx="79703" cy="797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3" h="1213" extrusionOk="0">
                        <a:moveTo>
                          <a:pt x="610" y="322"/>
                        </a:moveTo>
                        <a:cubicBezTo>
                          <a:pt x="764" y="322"/>
                          <a:pt x="891" y="449"/>
                          <a:pt x="891" y="610"/>
                        </a:cubicBezTo>
                        <a:cubicBezTo>
                          <a:pt x="891" y="764"/>
                          <a:pt x="764" y="891"/>
                          <a:pt x="610" y="891"/>
                        </a:cubicBezTo>
                        <a:cubicBezTo>
                          <a:pt x="449" y="891"/>
                          <a:pt x="322" y="764"/>
                          <a:pt x="322" y="610"/>
                        </a:cubicBezTo>
                        <a:cubicBezTo>
                          <a:pt x="322" y="449"/>
                          <a:pt x="449" y="322"/>
                          <a:pt x="610" y="322"/>
                        </a:cubicBezTo>
                        <a:close/>
                        <a:moveTo>
                          <a:pt x="610" y="0"/>
                        </a:moveTo>
                        <a:cubicBezTo>
                          <a:pt x="275" y="0"/>
                          <a:pt x="0" y="275"/>
                          <a:pt x="0" y="610"/>
                        </a:cubicBezTo>
                        <a:cubicBezTo>
                          <a:pt x="0" y="938"/>
                          <a:pt x="275" y="1213"/>
                          <a:pt x="610" y="1213"/>
                        </a:cubicBezTo>
                        <a:cubicBezTo>
                          <a:pt x="938" y="1213"/>
                          <a:pt x="1213" y="938"/>
                          <a:pt x="1213" y="610"/>
                        </a:cubicBezTo>
                        <a:cubicBezTo>
                          <a:pt x="1213" y="275"/>
                          <a:pt x="938" y="0"/>
                          <a:pt x="61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3" name="Google Shape;963;p29"/>
                  <p:cNvSpPr/>
                  <p:nvPr/>
                </p:nvSpPr>
                <p:spPr>
                  <a:xfrm flipH="1">
                    <a:off x="11481571" y="1605604"/>
                    <a:ext cx="484659" cy="284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6" h="4328" extrusionOk="0">
                        <a:moveTo>
                          <a:pt x="88" y="0"/>
                        </a:moveTo>
                        <a:lnTo>
                          <a:pt x="1" y="87"/>
                        </a:lnTo>
                        <a:lnTo>
                          <a:pt x="2198" y="2284"/>
                        </a:lnTo>
                        <a:lnTo>
                          <a:pt x="5239" y="2284"/>
                        </a:lnTo>
                        <a:lnTo>
                          <a:pt x="7282" y="4327"/>
                        </a:lnTo>
                        <a:lnTo>
                          <a:pt x="7375" y="4240"/>
                        </a:lnTo>
                        <a:lnTo>
                          <a:pt x="5292" y="2157"/>
                        </a:lnTo>
                        <a:lnTo>
                          <a:pt x="2245" y="2157"/>
                        </a:lnTo>
                        <a:lnTo>
                          <a:pt x="8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4" name="Google Shape;964;p29"/>
                  <p:cNvSpPr/>
                  <p:nvPr/>
                </p:nvSpPr>
                <p:spPr>
                  <a:xfrm flipH="1">
                    <a:off x="9844840" y="2810594"/>
                    <a:ext cx="20764" cy="132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2017" extrusionOk="0">
                        <a:moveTo>
                          <a:pt x="0" y="1"/>
                        </a:moveTo>
                        <a:lnTo>
                          <a:pt x="0" y="2017"/>
                        </a:lnTo>
                        <a:lnTo>
                          <a:pt x="315" y="2017"/>
                        </a:lnTo>
                        <a:lnTo>
                          <a:pt x="315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5" name="Google Shape;965;p29"/>
                  <p:cNvSpPr/>
                  <p:nvPr/>
                </p:nvSpPr>
                <p:spPr>
                  <a:xfrm flipH="1">
                    <a:off x="9788987" y="2866510"/>
                    <a:ext cx="132532" cy="20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315" extrusionOk="0">
                        <a:moveTo>
                          <a:pt x="1" y="0"/>
                        </a:moveTo>
                        <a:lnTo>
                          <a:pt x="1" y="315"/>
                        </a:lnTo>
                        <a:lnTo>
                          <a:pt x="2017" y="315"/>
                        </a:lnTo>
                        <a:lnTo>
                          <a:pt x="2017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6" name="Google Shape;966;p29"/>
                  <p:cNvSpPr/>
                  <p:nvPr/>
                </p:nvSpPr>
                <p:spPr>
                  <a:xfrm flipH="1">
                    <a:off x="9053140" y="2798241"/>
                    <a:ext cx="323544" cy="32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4" h="4924" extrusionOk="0">
                        <a:moveTo>
                          <a:pt x="1" y="1"/>
                        </a:moveTo>
                        <a:lnTo>
                          <a:pt x="1" y="1401"/>
                        </a:lnTo>
                        <a:lnTo>
                          <a:pt x="1762" y="3162"/>
                        </a:lnTo>
                        <a:lnTo>
                          <a:pt x="3524" y="4924"/>
                        </a:lnTo>
                        <a:lnTo>
                          <a:pt x="4924" y="4924"/>
                        </a:lnTo>
                        <a:lnTo>
                          <a:pt x="2459" y="2459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7" name="Google Shape;967;p29"/>
                  <p:cNvSpPr/>
                  <p:nvPr/>
                </p:nvSpPr>
                <p:spPr>
                  <a:xfrm flipH="1">
                    <a:off x="10642314" y="1889916"/>
                    <a:ext cx="79309" cy="797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7" h="1213" extrusionOk="0">
                        <a:moveTo>
                          <a:pt x="604" y="322"/>
                        </a:moveTo>
                        <a:cubicBezTo>
                          <a:pt x="758" y="322"/>
                          <a:pt x="885" y="449"/>
                          <a:pt x="885" y="603"/>
                        </a:cubicBezTo>
                        <a:cubicBezTo>
                          <a:pt x="885" y="764"/>
                          <a:pt x="758" y="891"/>
                          <a:pt x="604" y="891"/>
                        </a:cubicBezTo>
                        <a:cubicBezTo>
                          <a:pt x="450" y="891"/>
                          <a:pt x="316" y="764"/>
                          <a:pt x="316" y="603"/>
                        </a:cubicBezTo>
                        <a:cubicBezTo>
                          <a:pt x="316" y="449"/>
                          <a:pt x="450" y="322"/>
                          <a:pt x="604" y="322"/>
                        </a:cubicBezTo>
                        <a:close/>
                        <a:moveTo>
                          <a:pt x="604" y="0"/>
                        </a:moveTo>
                        <a:cubicBezTo>
                          <a:pt x="269" y="0"/>
                          <a:pt x="1" y="275"/>
                          <a:pt x="1" y="603"/>
                        </a:cubicBezTo>
                        <a:cubicBezTo>
                          <a:pt x="1" y="938"/>
                          <a:pt x="269" y="1213"/>
                          <a:pt x="604" y="1213"/>
                        </a:cubicBezTo>
                        <a:cubicBezTo>
                          <a:pt x="939" y="1213"/>
                          <a:pt x="1206" y="938"/>
                          <a:pt x="1206" y="603"/>
                        </a:cubicBezTo>
                        <a:cubicBezTo>
                          <a:pt x="1206" y="275"/>
                          <a:pt x="939" y="0"/>
                          <a:pt x="604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8" name="Google Shape;968;p29"/>
                  <p:cNvSpPr/>
                  <p:nvPr/>
                </p:nvSpPr>
                <p:spPr>
                  <a:xfrm flipH="1">
                    <a:off x="9042535" y="1941364"/>
                    <a:ext cx="1624946" cy="232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30" h="35380" extrusionOk="0">
                        <a:moveTo>
                          <a:pt x="228" y="1"/>
                        </a:moveTo>
                        <a:lnTo>
                          <a:pt x="1" y="222"/>
                        </a:lnTo>
                        <a:lnTo>
                          <a:pt x="8500" y="8722"/>
                        </a:lnTo>
                        <a:lnTo>
                          <a:pt x="8547" y="8769"/>
                        </a:lnTo>
                        <a:lnTo>
                          <a:pt x="15285" y="8769"/>
                        </a:lnTo>
                        <a:lnTo>
                          <a:pt x="24408" y="17891"/>
                        </a:lnTo>
                        <a:lnTo>
                          <a:pt x="24408" y="20557"/>
                        </a:lnTo>
                        <a:lnTo>
                          <a:pt x="18748" y="26210"/>
                        </a:lnTo>
                        <a:lnTo>
                          <a:pt x="18748" y="31127"/>
                        </a:lnTo>
                        <a:lnTo>
                          <a:pt x="23002" y="35380"/>
                        </a:lnTo>
                        <a:lnTo>
                          <a:pt x="23229" y="35152"/>
                        </a:lnTo>
                        <a:lnTo>
                          <a:pt x="19070" y="30993"/>
                        </a:lnTo>
                        <a:lnTo>
                          <a:pt x="19070" y="26344"/>
                        </a:lnTo>
                        <a:lnTo>
                          <a:pt x="24730" y="20684"/>
                        </a:lnTo>
                        <a:lnTo>
                          <a:pt x="24730" y="17764"/>
                        </a:lnTo>
                        <a:lnTo>
                          <a:pt x="15466" y="8501"/>
                        </a:lnTo>
                        <a:lnTo>
                          <a:pt x="15419" y="8454"/>
                        </a:lnTo>
                        <a:lnTo>
                          <a:pt x="8681" y="8454"/>
                        </a:lnTo>
                        <a:lnTo>
                          <a:pt x="22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9" name="Google Shape;969;p29"/>
                  <p:cNvSpPr/>
                  <p:nvPr/>
                </p:nvSpPr>
                <p:spPr>
                  <a:xfrm flipH="1">
                    <a:off x="9257742" y="2503876"/>
                    <a:ext cx="658455" cy="100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1" h="15265" extrusionOk="0">
                        <a:moveTo>
                          <a:pt x="94" y="0"/>
                        </a:moveTo>
                        <a:lnTo>
                          <a:pt x="0" y="87"/>
                        </a:lnTo>
                        <a:lnTo>
                          <a:pt x="5620" y="5707"/>
                        </a:lnTo>
                        <a:lnTo>
                          <a:pt x="5620" y="10951"/>
                        </a:lnTo>
                        <a:lnTo>
                          <a:pt x="9927" y="15265"/>
                        </a:lnTo>
                        <a:lnTo>
                          <a:pt x="10020" y="15171"/>
                        </a:lnTo>
                        <a:lnTo>
                          <a:pt x="5747" y="10904"/>
                        </a:lnTo>
                        <a:lnTo>
                          <a:pt x="5747" y="5653"/>
                        </a:lnTo>
                        <a:lnTo>
                          <a:pt x="9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0" name="Google Shape;970;p29"/>
                  <p:cNvSpPr/>
                  <p:nvPr/>
                </p:nvSpPr>
                <p:spPr>
                  <a:xfrm flipH="1">
                    <a:off x="9077779" y="3324615"/>
                    <a:ext cx="349958" cy="5533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6" h="8421" extrusionOk="0">
                        <a:moveTo>
                          <a:pt x="5199" y="1"/>
                        </a:moveTo>
                        <a:lnTo>
                          <a:pt x="5199" y="3129"/>
                        </a:lnTo>
                        <a:lnTo>
                          <a:pt x="1" y="8333"/>
                        </a:lnTo>
                        <a:lnTo>
                          <a:pt x="88" y="8420"/>
                        </a:lnTo>
                        <a:lnTo>
                          <a:pt x="5326" y="3182"/>
                        </a:lnTo>
                        <a:lnTo>
                          <a:pt x="532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1" name="Google Shape;971;p29"/>
                  <p:cNvSpPr/>
                  <p:nvPr/>
                </p:nvSpPr>
                <p:spPr>
                  <a:xfrm flipH="1">
                    <a:off x="10095208" y="1418144"/>
                    <a:ext cx="1878446" cy="2617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88" h="39840" extrusionOk="0">
                        <a:moveTo>
                          <a:pt x="0" y="0"/>
                        </a:moveTo>
                        <a:lnTo>
                          <a:pt x="0" y="7348"/>
                        </a:lnTo>
                        <a:lnTo>
                          <a:pt x="13584" y="7348"/>
                        </a:lnTo>
                        <a:lnTo>
                          <a:pt x="21983" y="15747"/>
                        </a:lnTo>
                        <a:lnTo>
                          <a:pt x="21983" y="33457"/>
                        </a:lnTo>
                        <a:lnTo>
                          <a:pt x="28359" y="39840"/>
                        </a:lnTo>
                        <a:lnTo>
                          <a:pt x="28587" y="39612"/>
                        </a:lnTo>
                        <a:lnTo>
                          <a:pt x="22304" y="33329"/>
                        </a:lnTo>
                        <a:lnTo>
                          <a:pt x="22304" y="15613"/>
                        </a:lnTo>
                        <a:lnTo>
                          <a:pt x="13764" y="7073"/>
                        </a:lnTo>
                        <a:lnTo>
                          <a:pt x="13718" y="7026"/>
                        </a:lnTo>
                        <a:lnTo>
                          <a:pt x="315" y="7026"/>
                        </a:lnTo>
                        <a:lnTo>
                          <a:pt x="31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2" name="Google Shape;972;p29"/>
                  <p:cNvSpPr/>
                  <p:nvPr/>
                </p:nvSpPr>
                <p:spPr>
                  <a:xfrm flipH="1">
                    <a:off x="10629102" y="2010027"/>
                    <a:ext cx="323544" cy="32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4" h="4924" extrusionOk="0">
                        <a:moveTo>
                          <a:pt x="0" y="1"/>
                        </a:moveTo>
                        <a:lnTo>
                          <a:pt x="0" y="1401"/>
                        </a:lnTo>
                        <a:lnTo>
                          <a:pt x="1762" y="3162"/>
                        </a:lnTo>
                        <a:lnTo>
                          <a:pt x="3524" y="4924"/>
                        </a:lnTo>
                        <a:lnTo>
                          <a:pt x="4923" y="4924"/>
                        </a:lnTo>
                        <a:lnTo>
                          <a:pt x="2465" y="2466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3" name="Google Shape;973;p29"/>
                  <p:cNvSpPr/>
                  <p:nvPr/>
                </p:nvSpPr>
                <p:spPr>
                  <a:xfrm flipH="1">
                    <a:off x="9844826" y="2736214"/>
                    <a:ext cx="676984" cy="959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03" h="14609" extrusionOk="0">
                        <a:moveTo>
                          <a:pt x="88" y="1"/>
                        </a:moveTo>
                        <a:lnTo>
                          <a:pt x="1" y="94"/>
                        </a:lnTo>
                        <a:lnTo>
                          <a:pt x="6143" y="6236"/>
                        </a:lnTo>
                        <a:lnTo>
                          <a:pt x="6143" y="10537"/>
                        </a:lnTo>
                        <a:lnTo>
                          <a:pt x="10215" y="14609"/>
                        </a:lnTo>
                        <a:lnTo>
                          <a:pt x="10302" y="14515"/>
                        </a:lnTo>
                        <a:lnTo>
                          <a:pt x="6270" y="10483"/>
                        </a:lnTo>
                        <a:lnTo>
                          <a:pt x="6270" y="6183"/>
                        </a:lnTo>
                        <a:lnTo>
                          <a:pt x="8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4" name="Google Shape;974;p29"/>
                  <p:cNvSpPr/>
                  <p:nvPr/>
                </p:nvSpPr>
                <p:spPr>
                  <a:xfrm flipH="1">
                    <a:off x="8828233" y="3541183"/>
                    <a:ext cx="91136" cy="91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7" h="1387" extrusionOk="0">
                        <a:moveTo>
                          <a:pt x="0" y="0"/>
                        </a:moveTo>
                        <a:lnTo>
                          <a:pt x="0" y="1387"/>
                        </a:lnTo>
                        <a:lnTo>
                          <a:pt x="214" y="1387"/>
                        </a:lnTo>
                        <a:lnTo>
                          <a:pt x="214" y="215"/>
                        </a:lnTo>
                        <a:lnTo>
                          <a:pt x="1387" y="215"/>
                        </a:lnTo>
                        <a:lnTo>
                          <a:pt x="1387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75" name="Google Shape;975;p29"/>
              <p:cNvSpPr/>
              <p:nvPr/>
            </p:nvSpPr>
            <p:spPr>
              <a:xfrm flipH="1">
                <a:off x="7950406" y="3040666"/>
                <a:ext cx="2308830" cy="1917213"/>
              </a:xfrm>
              <a:custGeom>
                <a:avLst/>
                <a:gdLst/>
                <a:ahLst/>
                <a:cxnLst/>
                <a:rect l="l" t="t" r="r" b="b"/>
                <a:pathLst>
                  <a:path w="35138" h="29178" fill="none" extrusionOk="0">
                    <a:moveTo>
                      <a:pt x="35138" y="29177"/>
                    </a:moveTo>
                    <a:lnTo>
                      <a:pt x="29177" y="29177"/>
                    </a:lnTo>
                    <a:lnTo>
                      <a:pt x="0" y="1"/>
                    </a:lnTo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2"/>
          <p:cNvSpPr txBox="1"/>
          <p:nvPr/>
        </p:nvSpPr>
        <p:spPr>
          <a:xfrm>
            <a:off x="713225" y="3465878"/>
            <a:ext cx="49845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 b="1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32"/>
          <p:cNvSpPr txBox="1">
            <a:spLocks noGrp="1"/>
          </p:cNvSpPr>
          <p:nvPr>
            <p:ph type="title"/>
          </p:nvPr>
        </p:nvSpPr>
        <p:spPr>
          <a:xfrm>
            <a:off x="705911" y="87927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9" name="Google Shape;1049;p32"/>
          <p:cNvSpPr txBox="1">
            <a:spLocks noGrp="1"/>
          </p:cNvSpPr>
          <p:nvPr>
            <p:ph type="subTitle" idx="1"/>
          </p:nvPr>
        </p:nvSpPr>
        <p:spPr>
          <a:xfrm>
            <a:off x="710541" y="1806478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50" name="Google Shape;1050;p32"/>
          <p:cNvGrpSpPr/>
          <p:nvPr/>
        </p:nvGrpSpPr>
        <p:grpSpPr>
          <a:xfrm>
            <a:off x="7976598" y="-205455"/>
            <a:ext cx="1924725" cy="5116958"/>
            <a:chOff x="7976598" y="-205455"/>
            <a:chExt cx="1924725" cy="5116958"/>
          </a:xfrm>
        </p:grpSpPr>
        <p:sp>
          <p:nvSpPr>
            <p:cNvPr id="1051" name="Google Shape;1051;p32"/>
            <p:cNvSpPr/>
            <p:nvPr/>
          </p:nvSpPr>
          <p:spPr>
            <a:xfrm flipH="1">
              <a:off x="8051751" y="3375845"/>
              <a:ext cx="1209938" cy="713912"/>
            </a:xfrm>
            <a:custGeom>
              <a:avLst/>
              <a:gdLst/>
              <a:ahLst/>
              <a:cxnLst/>
              <a:rect l="l" t="t" r="r" b="b"/>
              <a:pathLst>
                <a:path w="18414" h="10865" extrusionOk="0">
                  <a:moveTo>
                    <a:pt x="6799" y="1"/>
                  </a:moveTo>
                  <a:lnTo>
                    <a:pt x="1" y="48"/>
                  </a:lnTo>
                  <a:lnTo>
                    <a:pt x="7254" y="7295"/>
                  </a:lnTo>
                  <a:lnTo>
                    <a:pt x="10503" y="7295"/>
                  </a:lnTo>
                  <a:lnTo>
                    <a:pt x="14080" y="10865"/>
                  </a:lnTo>
                  <a:lnTo>
                    <a:pt x="18413" y="10865"/>
                  </a:lnTo>
                  <a:lnTo>
                    <a:pt x="9646" y="2104"/>
                  </a:lnTo>
                  <a:lnTo>
                    <a:pt x="8895" y="2104"/>
                  </a:lnTo>
                  <a:lnTo>
                    <a:pt x="67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2"/>
            <p:cNvSpPr/>
            <p:nvPr/>
          </p:nvSpPr>
          <p:spPr>
            <a:xfrm rot="10800000">
              <a:off x="9024540" y="1178650"/>
              <a:ext cx="20764" cy="132532"/>
            </a:xfrm>
            <a:custGeom>
              <a:avLst/>
              <a:gdLst/>
              <a:ahLst/>
              <a:cxnLst/>
              <a:rect l="l" t="t" r="r" b="b"/>
              <a:pathLst>
                <a:path w="316" h="2017" extrusionOk="0">
                  <a:moveTo>
                    <a:pt x="0" y="1"/>
                  </a:moveTo>
                  <a:lnTo>
                    <a:pt x="0" y="2017"/>
                  </a:lnTo>
                  <a:lnTo>
                    <a:pt x="315" y="2017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2"/>
            <p:cNvSpPr/>
            <p:nvPr/>
          </p:nvSpPr>
          <p:spPr>
            <a:xfrm rot="10800000">
              <a:off x="8968687" y="1234568"/>
              <a:ext cx="132532" cy="20698"/>
            </a:xfrm>
            <a:custGeom>
              <a:avLst/>
              <a:gdLst/>
              <a:ahLst/>
              <a:cxnLst/>
              <a:rect l="l" t="t" r="r" b="b"/>
              <a:pathLst>
                <a:path w="2017" h="315" extrusionOk="0">
                  <a:moveTo>
                    <a:pt x="1" y="0"/>
                  </a:moveTo>
                  <a:lnTo>
                    <a:pt x="1" y="315"/>
                  </a:lnTo>
                  <a:lnTo>
                    <a:pt x="2017" y="315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2"/>
            <p:cNvSpPr/>
            <p:nvPr/>
          </p:nvSpPr>
          <p:spPr>
            <a:xfrm rot="10800000">
              <a:off x="8516696" y="2418859"/>
              <a:ext cx="39687" cy="39687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523" y="1"/>
                  </a:moveTo>
                  <a:lnTo>
                    <a:pt x="1" y="523"/>
                  </a:lnTo>
                  <a:lnTo>
                    <a:pt x="81" y="604"/>
                  </a:lnTo>
                  <a:lnTo>
                    <a:pt x="604" y="88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2"/>
            <p:cNvSpPr/>
            <p:nvPr/>
          </p:nvSpPr>
          <p:spPr>
            <a:xfrm rot="10800000">
              <a:off x="8516696" y="2418859"/>
              <a:ext cx="39687" cy="39687"/>
            </a:xfrm>
            <a:custGeom>
              <a:avLst/>
              <a:gdLst/>
              <a:ahLst/>
              <a:cxnLst/>
              <a:rect l="l" t="t" r="r" b="b"/>
              <a:pathLst>
                <a:path w="604" h="604" extrusionOk="0">
                  <a:moveTo>
                    <a:pt x="81" y="1"/>
                  </a:moveTo>
                  <a:lnTo>
                    <a:pt x="1" y="81"/>
                  </a:lnTo>
                  <a:lnTo>
                    <a:pt x="523" y="604"/>
                  </a:lnTo>
                  <a:lnTo>
                    <a:pt x="604" y="523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 rot="10800000">
              <a:off x="8392577" y="2418859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522" y="1"/>
                  </a:moveTo>
                  <a:lnTo>
                    <a:pt x="0" y="517"/>
                  </a:lnTo>
                  <a:lnTo>
                    <a:pt x="87" y="604"/>
                  </a:lnTo>
                  <a:lnTo>
                    <a:pt x="610" y="81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2"/>
            <p:cNvSpPr/>
            <p:nvPr/>
          </p:nvSpPr>
          <p:spPr>
            <a:xfrm rot="10800000">
              <a:off x="8392577" y="2418859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87" y="1"/>
                  </a:moveTo>
                  <a:lnTo>
                    <a:pt x="0" y="81"/>
                  </a:lnTo>
                  <a:lnTo>
                    <a:pt x="522" y="604"/>
                  </a:lnTo>
                  <a:lnTo>
                    <a:pt x="610" y="523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2"/>
            <p:cNvSpPr/>
            <p:nvPr/>
          </p:nvSpPr>
          <p:spPr>
            <a:xfrm rot="10800000">
              <a:off x="8832216" y="2642392"/>
              <a:ext cx="90742" cy="91202"/>
            </a:xfrm>
            <a:custGeom>
              <a:avLst/>
              <a:gdLst/>
              <a:ahLst/>
              <a:cxnLst/>
              <a:rect l="l" t="t" r="r" b="b"/>
              <a:pathLst>
                <a:path w="1381" h="1388" extrusionOk="0">
                  <a:moveTo>
                    <a:pt x="1173" y="1"/>
                  </a:moveTo>
                  <a:lnTo>
                    <a:pt x="1173" y="1173"/>
                  </a:lnTo>
                  <a:lnTo>
                    <a:pt x="0" y="1173"/>
                  </a:lnTo>
                  <a:lnTo>
                    <a:pt x="0" y="1387"/>
                  </a:lnTo>
                  <a:lnTo>
                    <a:pt x="1380" y="1387"/>
                  </a:lnTo>
                  <a:lnTo>
                    <a:pt x="13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2"/>
            <p:cNvSpPr/>
            <p:nvPr/>
          </p:nvSpPr>
          <p:spPr>
            <a:xfrm rot="10800000">
              <a:off x="8232840" y="999991"/>
              <a:ext cx="323544" cy="323544"/>
            </a:xfrm>
            <a:custGeom>
              <a:avLst/>
              <a:gdLst/>
              <a:ahLst/>
              <a:cxnLst/>
              <a:rect l="l" t="t" r="r" b="b"/>
              <a:pathLst>
                <a:path w="4924" h="4924" extrusionOk="0">
                  <a:moveTo>
                    <a:pt x="1" y="1"/>
                  </a:moveTo>
                  <a:lnTo>
                    <a:pt x="1" y="1401"/>
                  </a:lnTo>
                  <a:lnTo>
                    <a:pt x="1762" y="3162"/>
                  </a:lnTo>
                  <a:lnTo>
                    <a:pt x="3524" y="4924"/>
                  </a:lnTo>
                  <a:lnTo>
                    <a:pt x="4924" y="4924"/>
                  </a:lnTo>
                  <a:lnTo>
                    <a:pt x="2459" y="24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2"/>
            <p:cNvSpPr/>
            <p:nvPr/>
          </p:nvSpPr>
          <p:spPr>
            <a:xfrm rot="10800000">
              <a:off x="8264975" y="-205455"/>
              <a:ext cx="79243" cy="79243"/>
            </a:xfrm>
            <a:custGeom>
              <a:avLst/>
              <a:gdLst/>
              <a:ahLst/>
              <a:cxnLst/>
              <a:rect l="l" t="t" r="r" b="b"/>
              <a:pathLst>
                <a:path w="1206" h="1206" extrusionOk="0">
                  <a:moveTo>
                    <a:pt x="603" y="322"/>
                  </a:moveTo>
                  <a:cubicBezTo>
                    <a:pt x="757" y="322"/>
                    <a:pt x="884" y="449"/>
                    <a:pt x="884" y="603"/>
                  </a:cubicBezTo>
                  <a:cubicBezTo>
                    <a:pt x="884" y="764"/>
                    <a:pt x="757" y="891"/>
                    <a:pt x="603" y="891"/>
                  </a:cubicBezTo>
                  <a:cubicBezTo>
                    <a:pt x="442" y="891"/>
                    <a:pt x="315" y="764"/>
                    <a:pt x="315" y="603"/>
                  </a:cubicBezTo>
                  <a:cubicBezTo>
                    <a:pt x="315" y="449"/>
                    <a:pt x="449" y="322"/>
                    <a:pt x="603" y="322"/>
                  </a:cubicBezTo>
                  <a:close/>
                  <a:moveTo>
                    <a:pt x="603" y="0"/>
                  </a:moveTo>
                  <a:cubicBezTo>
                    <a:pt x="268" y="0"/>
                    <a:pt x="0" y="268"/>
                    <a:pt x="0" y="603"/>
                  </a:cubicBezTo>
                  <a:cubicBezTo>
                    <a:pt x="0" y="938"/>
                    <a:pt x="268" y="1206"/>
                    <a:pt x="603" y="1206"/>
                  </a:cubicBezTo>
                  <a:cubicBezTo>
                    <a:pt x="938" y="1206"/>
                    <a:pt x="1206" y="938"/>
                    <a:pt x="1206" y="603"/>
                  </a:cubicBezTo>
                  <a:cubicBezTo>
                    <a:pt x="1206" y="268"/>
                    <a:pt x="938" y="0"/>
                    <a:pt x="6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2"/>
            <p:cNvSpPr/>
            <p:nvPr/>
          </p:nvSpPr>
          <p:spPr>
            <a:xfrm rot="10800000">
              <a:off x="9822014" y="2152156"/>
              <a:ext cx="79309" cy="79703"/>
            </a:xfrm>
            <a:custGeom>
              <a:avLst/>
              <a:gdLst/>
              <a:ahLst/>
              <a:cxnLst/>
              <a:rect l="l" t="t" r="r" b="b"/>
              <a:pathLst>
                <a:path w="1207" h="1213" extrusionOk="0">
                  <a:moveTo>
                    <a:pt x="604" y="322"/>
                  </a:moveTo>
                  <a:cubicBezTo>
                    <a:pt x="758" y="322"/>
                    <a:pt x="885" y="449"/>
                    <a:pt x="885" y="603"/>
                  </a:cubicBezTo>
                  <a:cubicBezTo>
                    <a:pt x="885" y="764"/>
                    <a:pt x="758" y="891"/>
                    <a:pt x="604" y="891"/>
                  </a:cubicBezTo>
                  <a:cubicBezTo>
                    <a:pt x="450" y="891"/>
                    <a:pt x="316" y="764"/>
                    <a:pt x="316" y="603"/>
                  </a:cubicBezTo>
                  <a:cubicBezTo>
                    <a:pt x="316" y="449"/>
                    <a:pt x="450" y="322"/>
                    <a:pt x="604" y="322"/>
                  </a:cubicBezTo>
                  <a:close/>
                  <a:moveTo>
                    <a:pt x="604" y="0"/>
                  </a:moveTo>
                  <a:cubicBezTo>
                    <a:pt x="269" y="0"/>
                    <a:pt x="1" y="275"/>
                    <a:pt x="1" y="603"/>
                  </a:cubicBezTo>
                  <a:cubicBezTo>
                    <a:pt x="1" y="938"/>
                    <a:pt x="269" y="1213"/>
                    <a:pt x="604" y="1213"/>
                  </a:cubicBezTo>
                  <a:cubicBezTo>
                    <a:pt x="939" y="1213"/>
                    <a:pt x="1206" y="938"/>
                    <a:pt x="1206" y="603"/>
                  </a:cubicBezTo>
                  <a:cubicBezTo>
                    <a:pt x="1206" y="275"/>
                    <a:pt x="939" y="0"/>
                    <a:pt x="6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2"/>
            <p:cNvSpPr/>
            <p:nvPr/>
          </p:nvSpPr>
          <p:spPr>
            <a:xfrm rot="10800000">
              <a:off x="8222235" y="-144320"/>
              <a:ext cx="1624946" cy="2324731"/>
            </a:xfrm>
            <a:custGeom>
              <a:avLst/>
              <a:gdLst/>
              <a:ahLst/>
              <a:cxnLst/>
              <a:rect l="l" t="t" r="r" b="b"/>
              <a:pathLst>
                <a:path w="24730" h="35380" extrusionOk="0">
                  <a:moveTo>
                    <a:pt x="228" y="1"/>
                  </a:moveTo>
                  <a:lnTo>
                    <a:pt x="1" y="222"/>
                  </a:lnTo>
                  <a:lnTo>
                    <a:pt x="8500" y="8722"/>
                  </a:lnTo>
                  <a:lnTo>
                    <a:pt x="8547" y="8769"/>
                  </a:lnTo>
                  <a:lnTo>
                    <a:pt x="15285" y="8769"/>
                  </a:lnTo>
                  <a:lnTo>
                    <a:pt x="24408" y="17891"/>
                  </a:lnTo>
                  <a:lnTo>
                    <a:pt x="24408" y="20557"/>
                  </a:lnTo>
                  <a:lnTo>
                    <a:pt x="18748" y="26210"/>
                  </a:lnTo>
                  <a:lnTo>
                    <a:pt x="18748" y="31127"/>
                  </a:lnTo>
                  <a:lnTo>
                    <a:pt x="23002" y="35380"/>
                  </a:lnTo>
                  <a:lnTo>
                    <a:pt x="23229" y="35152"/>
                  </a:lnTo>
                  <a:lnTo>
                    <a:pt x="19070" y="30993"/>
                  </a:lnTo>
                  <a:lnTo>
                    <a:pt x="19070" y="26344"/>
                  </a:lnTo>
                  <a:lnTo>
                    <a:pt x="24730" y="20684"/>
                  </a:lnTo>
                  <a:lnTo>
                    <a:pt x="24730" y="17764"/>
                  </a:lnTo>
                  <a:lnTo>
                    <a:pt x="15466" y="8501"/>
                  </a:lnTo>
                  <a:lnTo>
                    <a:pt x="15419" y="8454"/>
                  </a:lnTo>
                  <a:lnTo>
                    <a:pt x="8681" y="8454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2"/>
            <p:cNvSpPr/>
            <p:nvPr/>
          </p:nvSpPr>
          <p:spPr>
            <a:xfrm rot="10800000">
              <a:off x="8437442" y="614874"/>
              <a:ext cx="658455" cy="1003025"/>
            </a:xfrm>
            <a:custGeom>
              <a:avLst/>
              <a:gdLst/>
              <a:ahLst/>
              <a:cxnLst/>
              <a:rect l="l" t="t" r="r" b="b"/>
              <a:pathLst>
                <a:path w="10021" h="15265" extrusionOk="0">
                  <a:moveTo>
                    <a:pt x="94" y="0"/>
                  </a:moveTo>
                  <a:lnTo>
                    <a:pt x="0" y="87"/>
                  </a:lnTo>
                  <a:lnTo>
                    <a:pt x="5620" y="5707"/>
                  </a:lnTo>
                  <a:lnTo>
                    <a:pt x="5620" y="10951"/>
                  </a:lnTo>
                  <a:lnTo>
                    <a:pt x="9927" y="15265"/>
                  </a:lnTo>
                  <a:lnTo>
                    <a:pt x="10020" y="15171"/>
                  </a:lnTo>
                  <a:lnTo>
                    <a:pt x="5747" y="10904"/>
                  </a:lnTo>
                  <a:lnTo>
                    <a:pt x="5747" y="565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2"/>
            <p:cNvSpPr/>
            <p:nvPr/>
          </p:nvSpPr>
          <p:spPr>
            <a:xfrm rot="10800000">
              <a:off x="8257479" y="243838"/>
              <a:ext cx="349958" cy="553323"/>
            </a:xfrm>
            <a:custGeom>
              <a:avLst/>
              <a:gdLst/>
              <a:ahLst/>
              <a:cxnLst/>
              <a:rect l="l" t="t" r="r" b="b"/>
              <a:pathLst>
                <a:path w="5326" h="8421" extrusionOk="0">
                  <a:moveTo>
                    <a:pt x="5199" y="1"/>
                  </a:moveTo>
                  <a:lnTo>
                    <a:pt x="5199" y="3129"/>
                  </a:lnTo>
                  <a:lnTo>
                    <a:pt x="1" y="8333"/>
                  </a:lnTo>
                  <a:lnTo>
                    <a:pt x="88" y="8420"/>
                  </a:lnTo>
                  <a:lnTo>
                    <a:pt x="5326" y="3182"/>
                  </a:lnTo>
                  <a:lnTo>
                    <a:pt x="53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2"/>
            <p:cNvSpPr/>
            <p:nvPr/>
          </p:nvSpPr>
          <p:spPr>
            <a:xfrm rot="10800000">
              <a:off x="8706771" y="3304763"/>
              <a:ext cx="676984" cy="959527"/>
            </a:xfrm>
            <a:custGeom>
              <a:avLst/>
              <a:gdLst/>
              <a:ahLst/>
              <a:cxnLst/>
              <a:rect l="l" t="t" r="r" b="b"/>
              <a:pathLst>
                <a:path w="10303" h="14603" extrusionOk="0">
                  <a:moveTo>
                    <a:pt x="88" y="1"/>
                  </a:moveTo>
                  <a:lnTo>
                    <a:pt x="1" y="88"/>
                  </a:lnTo>
                  <a:lnTo>
                    <a:pt x="4033" y="4127"/>
                  </a:lnTo>
                  <a:lnTo>
                    <a:pt x="4033" y="8427"/>
                  </a:lnTo>
                  <a:lnTo>
                    <a:pt x="10215" y="14603"/>
                  </a:lnTo>
                  <a:lnTo>
                    <a:pt x="10302" y="14516"/>
                  </a:lnTo>
                  <a:lnTo>
                    <a:pt x="4160" y="8373"/>
                  </a:lnTo>
                  <a:lnTo>
                    <a:pt x="4160" y="407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2"/>
            <p:cNvSpPr/>
            <p:nvPr/>
          </p:nvSpPr>
          <p:spPr>
            <a:xfrm rot="10800000">
              <a:off x="8577408" y="1887229"/>
              <a:ext cx="60385" cy="60779"/>
            </a:xfrm>
            <a:custGeom>
              <a:avLst/>
              <a:gdLst/>
              <a:ahLst/>
              <a:cxnLst/>
              <a:rect l="l" t="t" r="r" b="b"/>
              <a:pathLst>
                <a:path w="919" h="925" extrusionOk="0">
                  <a:moveTo>
                    <a:pt x="1" y="1"/>
                  </a:moveTo>
                  <a:lnTo>
                    <a:pt x="1" y="925"/>
                  </a:lnTo>
                  <a:lnTo>
                    <a:pt x="918" y="925"/>
                  </a:lnTo>
                  <a:lnTo>
                    <a:pt x="9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2"/>
            <p:cNvSpPr/>
            <p:nvPr/>
          </p:nvSpPr>
          <p:spPr>
            <a:xfrm rot="10800000">
              <a:off x="8972170" y="2014831"/>
              <a:ext cx="136080" cy="22078"/>
            </a:xfrm>
            <a:custGeom>
              <a:avLst/>
              <a:gdLst/>
              <a:ahLst/>
              <a:cxnLst/>
              <a:rect l="l" t="t" r="r" b="b"/>
              <a:pathLst>
                <a:path w="2071" h="336" extrusionOk="0">
                  <a:moveTo>
                    <a:pt x="1" y="1"/>
                  </a:moveTo>
                  <a:lnTo>
                    <a:pt x="1" y="335"/>
                  </a:lnTo>
                  <a:lnTo>
                    <a:pt x="2070" y="335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2"/>
            <p:cNvSpPr/>
            <p:nvPr/>
          </p:nvSpPr>
          <p:spPr>
            <a:xfrm rot="10800000">
              <a:off x="8877554" y="2014831"/>
              <a:ext cx="68270" cy="22078"/>
            </a:xfrm>
            <a:custGeom>
              <a:avLst/>
              <a:gdLst/>
              <a:ahLst/>
              <a:cxnLst/>
              <a:rect l="l" t="t" r="r" b="b"/>
              <a:pathLst>
                <a:path w="1039" h="336" extrusionOk="0">
                  <a:moveTo>
                    <a:pt x="0" y="1"/>
                  </a:moveTo>
                  <a:lnTo>
                    <a:pt x="0" y="335"/>
                  </a:lnTo>
                  <a:lnTo>
                    <a:pt x="1038" y="335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2"/>
            <p:cNvSpPr/>
            <p:nvPr/>
          </p:nvSpPr>
          <p:spPr>
            <a:xfrm rot="10800000">
              <a:off x="8835766" y="2014831"/>
              <a:ext cx="21618" cy="22078"/>
            </a:xfrm>
            <a:custGeom>
              <a:avLst/>
              <a:gdLst/>
              <a:ahLst/>
              <a:cxnLst/>
              <a:rect l="l" t="t" r="r" b="b"/>
              <a:pathLst>
                <a:path w="329" h="336" extrusionOk="0">
                  <a:moveTo>
                    <a:pt x="0" y="1"/>
                  </a:moveTo>
                  <a:lnTo>
                    <a:pt x="0" y="335"/>
                  </a:lnTo>
                  <a:lnTo>
                    <a:pt x="329" y="335"/>
                  </a:lnTo>
                  <a:lnTo>
                    <a:pt x="3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2"/>
            <p:cNvSpPr/>
            <p:nvPr/>
          </p:nvSpPr>
          <p:spPr>
            <a:xfrm rot="10800000">
              <a:off x="8720893" y="2021463"/>
              <a:ext cx="943625" cy="278600"/>
            </a:xfrm>
            <a:custGeom>
              <a:avLst/>
              <a:gdLst/>
              <a:ahLst/>
              <a:cxnLst/>
              <a:rect l="l" t="t" r="r" b="b"/>
              <a:pathLst>
                <a:path w="14361" h="4240" extrusionOk="0">
                  <a:moveTo>
                    <a:pt x="134" y="0"/>
                  </a:moveTo>
                  <a:lnTo>
                    <a:pt x="0" y="134"/>
                  </a:lnTo>
                  <a:lnTo>
                    <a:pt x="2579" y="2706"/>
                  </a:lnTo>
                  <a:lnTo>
                    <a:pt x="12700" y="2706"/>
                  </a:lnTo>
                  <a:lnTo>
                    <a:pt x="14227" y="4240"/>
                  </a:lnTo>
                  <a:lnTo>
                    <a:pt x="14361" y="4106"/>
                  </a:lnTo>
                  <a:lnTo>
                    <a:pt x="12773" y="2525"/>
                  </a:lnTo>
                  <a:lnTo>
                    <a:pt x="2653" y="2525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2"/>
            <p:cNvSpPr/>
            <p:nvPr/>
          </p:nvSpPr>
          <p:spPr>
            <a:xfrm rot="10800000">
              <a:off x="8007933" y="489456"/>
              <a:ext cx="91136" cy="91136"/>
            </a:xfrm>
            <a:custGeom>
              <a:avLst/>
              <a:gdLst/>
              <a:ahLst/>
              <a:cxnLst/>
              <a:rect l="l" t="t" r="r" b="b"/>
              <a:pathLst>
                <a:path w="1387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214" y="1387"/>
                  </a:lnTo>
                  <a:lnTo>
                    <a:pt x="214" y="215"/>
                  </a:lnTo>
                  <a:lnTo>
                    <a:pt x="1387" y="215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2"/>
            <p:cNvSpPr/>
            <p:nvPr/>
          </p:nvSpPr>
          <p:spPr>
            <a:xfrm>
              <a:off x="8973821" y="4816425"/>
              <a:ext cx="15507" cy="95079"/>
            </a:xfrm>
            <a:custGeom>
              <a:avLst/>
              <a:gdLst/>
              <a:ahLst/>
              <a:cxnLst/>
              <a:rect l="l" t="t" r="r" b="b"/>
              <a:pathLst>
                <a:path w="236" h="1447" extrusionOk="0">
                  <a:moveTo>
                    <a:pt x="1" y="0"/>
                  </a:moveTo>
                  <a:lnTo>
                    <a:pt x="1" y="1447"/>
                  </a:lnTo>
                  <a:lnTo>
                    <a:pt x="235" y="1447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2"/>
            <p:cNvSpPr/>
            <p:nvPr/>
          </p:nvSpPr>
          <p:spPr>
            <a:xfrm>
              <a:off x="8933806" y="4856440"/>
              <a:ext cx="95539" cy="15047"/>
            </a:xfrm>
            <a:custGeom>
              <a:avLst/>
              <a:gdLst/>
              <a:ahLst/>
              <a:cxnLst/>
              <a:rect l="l" t="t" r="r" b="b"/>
              <a:pathLst>
                <a:path w="1454" h="229" extrusionOk="0">
                  <a:moveTo>
                    <a:pt x="0" y="1"/>
                  </a:moveTo>
                  <a:lnTo>
                    <a:pt x="0" y="228"/>
                  </a:lnTo>
                  <a:lnTo>
                    <a:pt x="1454" y="22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8771840" y="4816425"/>
              <a:ext cx="92450" cy="65642"/>
            </a:xfrm>
            <a:custGeom>
              <a:avLst/>
              <a:gdLst/>
              <a:ahLst/>
              <a:cxnLst/>
              <a:rect l="l" t="t" r="r" b="b"/>
              <a:pathLst>
                <a:path w="1407" h="999" extrusionOk="0">
                  <a:moveTo>
                    <a:pt x="824" y="0"/>
                  </a:moveTo>
                  <a:lnTo>
                    <a:pt x="0" y="998"/>
                  </a:lnTo>
                  <a:lnTo>
                    <a:pt x="583" y="998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8700943" y="4816425"/>
              <a:ext cx="92976" cy="65642"/>
            </a:xfrm>
            <a:custGeom>
              <a:avLst/>
              <a:gdLst/>
              <a:ahLst/>
              <a:cxnLst/>
              <a:rect l="l" t="t" r="r" b="b"/>
              <a:pathLst>
                <a:path w="1415" h="999" extrusionOk="0">
                  <a:moveTo>
                    <a:pt x="825" y="0"/>
                  </a:moveTo>
                  <a:lnTo>
                    <a:pt x="1" y="998"/>
                  </a:lnTo>
                  <a:lnTo>
                    <a:pt x="590" y="998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8630572" y="4816425"/>
              <a:ext cx="92450" cy="65642"/>
            </a:xfrm>
            <a:custGeom>
              <a:avLst/>
              <a:gdLst/>
              <a:ahLst/>
              <a:cxnLst/>
              <a:rect l="l" t="t" r="r" b="b"/>
              <a:pathLst>
                <a:path w="1407" h="999" extrusionOk="0">
                  <a:moveTo>
                    <a:pt x="824" y="0"/>
                  </a:moveTo>
                  <a:lnTo>
                    <a:pt x="0" y="998"/>
                  </a:lnTo>
                  <a:lnTo>
                    <a:pt x="583" y="998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8559675" y="4816425"/>
              <a:ext cx="92976" cy="65642"/>
            </a:xfrm>
            <a:custGeom>
              <a:avLst/>
              <a:gdLst/>
              <a:ahLst/>
              <a:cxnLst/>
              <a:rect l="l" t="t" r="r" b="b"/>
              <a:pathLst>
                <a:path w="1415" h="999" extrusionOk="0">
                  <a:moveTo>
                    <a:pt x="825" y="0"/>
                  </a:moveTo>
                  <a:lnTo>
                    <a:pt x="1" y="998"/>
                  </a:lnTo>
                  <a:lnTo>
                    <a:pt x="590" y="998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8489303" y="4816425"/>
              <a:ext cx="92450" cy="65642"/>
            </a:xfrm>
            <a:custGeom>
              <a:avLst/>
              <a:gdLst/>
              <a:ahLst/>
              <a:cxnLst/>
              <a:rect l="l" t="t" r="r" b="b"/>
              <a:pathLst>
                <a:path w="1407" h="999" extrusionOk="0">
                  <a:moveTo>
                    <a:pt x="824" y="0"/>
                  </a:moveTo>
                  <a:lnTo>
                    <a:pt x="0" y="998"/>
                  </a:lnTo>
                  <a:lnTo>
                    <a:pt x="583" y="998"/>
                  </a:lnTo>
                  <a:lnTo>
                    <a:pt x="14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7976598" y="4543086"/>
              <a:ext cx="1244631" cy="367108"/>
            </a:xfrm>
            <a:custGeom>
              <a:avLst/>
              <a:gdLst/>
              <a:ahLst/>
              <a:cxnLst/>
              <a:rect l="l" t="t" r="r" b="b"/>
              <a:pathLst>
                <a:path w="18942" h="5587" extrusionOk="0">
                  <a:moveTo>
                    <a:pt x="174" y="1"/>
                  </a:moveTo>
                  <a:lnTo>
                    <a:pt x="0" y="175"/>
                  </a:lnTo>
                  <a:lnTo>
                    <a:pt x="2090" y="2258"/>
                  </a:lnTo>
                  <a:lnTo>
                    <a:pt x="15439" y="2258"/>
                  </a:lnTo>
                  <a:lnTo>
                    <a:pt x="18768" y="5587"/>
                  </a:lnTo>
                  <a:lnTo>
                    <a:pt x="18942" y="5413"/>
                  </a:lnTo>
                  <a:lnTo>
                    <a:pt x="15539" y="2017"/>
                  </a:lnTo>
                  <a:lnTo>
                    <a:pt x="2190" y="2017"/>
                  </a:ln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1" name="Google Shape;1081;p33"/>
          <p:cNvGrpSpPr/>
          <p:nvPr/>
        </p:nvGrpSpPr>
        <p:grpSpPr>
          <a:xfrm>
            <a:off x="-1899334" y="-419109"/>
            <a:ext cx="13268785" cy="7181358"/>
            <a:chOff x="-1899334" y="-419109"/>
            <a:chExt cx="13268785" cy="7181358"/>
          </a:xfrm>
        </p:grpSpPr>
        <p:sp>
          <p:nvSpPr>
            <p:cNvPr id="1082" name="Google Shape;1082;p33"/>
            <p:cNvSpPr/>
            <p:nvPr/>
          </p:nvSpPr>
          <p:spPr>
            <a:xfrm flipH="1">
              <a:off x="-398296" y="1734117"/>
              <a:ext cx="1209478" cy="713912"/>
            </a:xfrm>
            <a:custGeom>
              <a:avLst/>
              <a:gdLst/>
              <a:ahLst/>
              <a:cxnLst/>
              <a:rect l="l" t="t" r="r" b="b"/>
              <a:pathLst>
                <a:path w="18407" h="10865" extrusionOk="0">
                  <a:moveTo>
                    <a:pt x="0" y="1"/>
                  </a:moveTo>
                  <a:lnTo>
                    <a:pt x="8761" y="8768"/>
                  </a:lnTo>
                  <a:lnTo>
                    <a:pt x="9512" y="8768"/>
                  </a:lnTo>
                  <a:lnTo>
                    <a:pt x="11608" y="10865"/>
                  </a:lnTo>
                  <a:lnTo>
                    <a:pt x="18407" y="10824"/>
                  </a:lnTo>
                  <a:lnTo>
                    <a:pt x="11159" y="3577"/>
                  </a:lnTo>
                  <a:lnTo>
                    <a:pt x="7904" y="3577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3"/>
            <p:cNvSpPr/>
            <p:nvPr/>
          </p:nvSpPr>
          <p:spPr>
            <a:xfrm flipH="1">
              <a:off x="7744901" y="3900420"/>
              <a:ext cx="1209938" cy="713912"/>
            </a:xfrm>
            <a:custGeom>
              <a:avLst/>
              <a:gdLst/>
              <a:ahLst/>
              <a:cxnLst/>
              <a:rect l="l" t="t" r="r" b="b"/>
              <a:pathLst>
                <a:path w="18414" h="10865" extrusionOk="0">
                  <a:moveTo>
                    <a:pt x="6799" y="1"/>
                  </a:moveTo>
                  <a:lnTo>
                    <a:pt x="1" y="48"/>
                  </a:lnTo>
                  <a:lnTo>
                    <a:pt x="7254" y="7295"/>
                  </a:lnTo>
                  <a:lnTo>
                    <a:pt x="10503" y="7295"/>
                  </a:lnTo>
                  <a:lnTo>
                    <a:pt x="14080" y="10865"/>
                  </a:lnTo>
                  <a:lnTo>
                    <a:pt x="18413" y="10865"/>
                  </a:lnTo>
                  <a:lnTo>
                    <a:pt x="9646" y="2104"/>
                  </a:lnTo>
                  <a:lnTo>
                    <a:pt x="8895" y="2104"/>
                  </a:lnTo>
                  <a:lnTo>
                    <a:pt x="67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4" name="Google Shape;1084;p33"/>
            <p:cNvGrpSpPr/>
            <p:nvPr/>
          </p:nvGrpSpPr>
          <p:grpSpPr>
            <a:xfrm>
              <a:off x="-1899334" y="-419109"/>
              <a:ext cx="13268785" cy="7181358"/>
              <a:chOff x="-1899334" y="-419109"/>
              <a:chExt cx="13268785" cy="7181358"/>
            </a:xfrm>
          </p:grpSpPr>
          <p:grpSp>
            <p:nvGrpSpPr>
              <p:cNvPr id="1085" name="Google Shape;1085;p33"/>
              <p:cNvGrpSpPr/>
              <p:nvPr/>
            </p:nvGrpSpPr>
            <p:grpSpPr>
              <a:xfrm>
                <a:off x="-1899334" y="-151646"/>
                <a:ext cx="13268785" cy="6913895"/>
                <a:chOff x="-1899334" y="-151646"/>
                <a:chExt cx="13268785" cy="6913895"/>
              </a:xfrm>
            </p:grpSpPr>
            <p:grpSp>
              <p:nvGrpSpPr>
                <p:cNvPr id="1086" name="Google Shape;1086;p33"/>
                <p:cNvGrpSpPr/>
                <p:nvPr/>
              </p:nvGrpSpPr>
              <p:grpSpPr>
                <a:xfrm rot="-5400000" flipH="1">
                  <a:off x="6548958" y="1941756"/>
                  <a:ext cx="4070103" cy="5570883"/>
                  <a:chOff x="5429253" y="-190791"/>
                  <a:chExt cx="4070103" cy="5570883"/>
                </a:xfrm>
              </p:grpSpPr>
              <p:sp>
                <p:nvSpPr>
                  <p:cNvPr id="1087" name="Google Shape;1087;p33"/>
                  <p:cNvSpPr/>
                  <p:nvPr/>
                </p:nvSpPr>
                <p:spPr>
                  <a:xfrm flipH="1">
                    <a:off x="9419653" y="1640446"/>
                    <a:ext cx="79703" cy="797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3" h="1213" extrusionOk="0">
                        <a:moveTo>
                          <a:pt x="610" y="322"/>
                        </a:moveTo>
                        <a:cubicBezTo>
                          <a:pt x="764" y="322"/>
                          <a:pt x="891" y="449"/>
                          <a:pt x="891" y="610"/>
                        </a:cubicBezTo>
                        <a:cubicBezTo>
                          <a:pt x="891" y="764"/>
                          <a:pt x="764" y="891"/>
                          <a:pt x="610" y="891"/>
                        </a:cubicBezTo>
                        <a:cubicBezTo>
                          <a:pt x="449" y="891"/>
                          <a:pt x="322" y="764"/>
                          <a:pt x="322" y="610"/>
                        </a:cubicBezTo>
                        <a:cubicBezTo>
                          <a:pt x="322" y="449"/>
                          <a:pt x="449" y="322"/>
                          <a:pt x="610" y="322"/>
                        </a:cubicBezTo>
                        <a:close/>
                        <a:moveTo>
                          <a:pt x="610" y="0"/>
                        </a:moveTo>
                        <a:cubicBezTo>
                          <a:pt x="275" y="0"/>
                          <a:pt x="0" y="275"/>
                          <a:pt x="0" y="610"/>
                        </a:cubicBezTo>
                        <a:cubicBezTo>
                          <a:pt x="0" y="938"/>
                          <a:pt x="275" y="1213"/>
                          <a:pt x="610" y="1213"/>
                        </a:cubicBezTo>
                        <a:cubicBezTo>
                          <a:pt x="938" y="1213"/>
                          <a:pt x="1213" y="938"/>
                          <a:pt x="1213" y="610"/>
                        </a:cubicBezTo>
                        <a:cubicBezTo>
                          <a:pt x="1213" y="275"/>
                          <a:pt x="938" y="0"/>
                          <a:pt x="610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8" name="Google Shape;1088;p33"/>
                  <p:cNvSpPr/>
                  <p:nvPr/>
                </p:nvSpPr>
                <p:spPr>
                  <a:xfrm flipH="1">
                    <a:off x="8977771" y="1897029"/>
                    <a:ext cx="484659" cy="284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6" h="4328" extrusionOk="0">
                        <a:moveTo>
                          <a:pt x="88" y="0"/>
                        </a:moveTo>
                        <a:lnTo>
                          <a:pt x="1" y="87"/>
                        </a:lnTo>
                        <a:lnTo>
                          <a:pt x="2198" y="2284"/>
                        </a:lnTo>
                        <a:lnTo>
                          <a:pt x="5239" y="2284"/>
                        </a:lnTo>
                        <a:lnTo>
                          <a:pt x="7282" y="4327"/>
                        </a:lnTo>
                        <a:lnTo>
                          <a:pt x="7375" y="4240"/>
                        </a:lnTo>
                        <a:lnTo>
                          <a:pt x="5292" y="2157"/>
                        </a:lnTo>
                        <a:lnTo>
                          <a:pt x="2245" y="2157"/>
                        </a:lnTo>
                        <a:lnTo>
                          <a:pt x="8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89" name="Google Shape;1089;p33"/>
                  <p:cNvGrpSpPr/>
                  <p:nvPr/>
                </p:nvGrpSpPr>
                <p:grpSpPr>
                  <a:xfrm>
                    <a:off x="5429253" y="-190791"/>
                    <a:ext cx="4040601" cy="5570883"/>
                    <a:chOff x="5429253" y="-190791"/>
                    <a:chExt cx="4040601" cy="5570883"/>
                  </a:xfrm>
                </p:grpSpPr>
                <p:sp>
                  <p:nvSpPr>
                    <p:cNvPr id="1090" name="Google Shape;1090;p33"/>
                    <p:cNvSpPr/>
                    <p:nvPr/>
                  </p:nvSpPr>
                  <p:spPr>
                    <a:xfrm flipH="1">
                      <a:off x="7341040" y="3102019"/>
                      <a:ext cx="20764" cy="1325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" h="2017" extrusionOk="0">
                          <a:moveTo>
                            <a:pt x="0" y="1"/>
                          </a:moveTo>
                          <a:lnTo>
                            <a:pt x="0" y="2017"/>
                          </a:lnTo>
                          <a:lnTo>
                            <a:pt x="315" y="2017"/>
                          </a:lnTo>
                          <a:lnTo>
                            <a:pt x="315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1" name="Google Shape;1091;p33"/>
                    <p:cNvSpPr/>
                    <p:nvPr/>
                  </p:nvSpPr>
                  <p:spPr>
                    <a:xfrm flipH="1">
                      <a:off x="7285187" y="3157935"/>
                      <a:ext cx="132532" cy="206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17" h="315" extrusionOk="0">
                          <a:moveTo>
                            <a:pt x="1" y="0"/>
                          </a:moveTo>
                          <a:lnTo>
                            <a:pt x="1" y="315"/>
                          </a:lnTo>
                          <a:lnTo>
                            <a:pt x="2017" y="315"/>
                          </a:lnTo>
                          <a:lnTo>
                            <a:pt x="2017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2" name="Google Shape;1092;p33"/>
                    <p:cNvSpPr/>
                    <p:nvPr/>
                  </p:nvSpPr>
                  <p:spPr>
                    <a:xfrm flipH="1">
                      <a:off x="5570981" y="3485810"/>
                      <a:ext cx="40082" cy="40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" h="610" extrusionOk="0">
                          <a:moveTo>
                            <a:pt x="522" y="0"/>
                          </a:moveTo>
                          <a:lnTo>
                            <a:pt x="0" y="523"/>
                          </a:lnTo>
                          <a:lnTo>
                            <a:pt x="87" y="610"/>
                          </a:lnTo>
                          <a:lnTo>
                            <a:pt x="610" y="87"/>
                          </a:lnTo>
                          <a:lnTo>
                            <a:pt x="522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3" name="Google Shape;1093;p33"/>
                    <p:cNvSpPr/>
                    <p:nvPr/>
                  </p:nvSpPr>
                  <p:spPr>
                    <a:xfrm flipH="1">
                      <a:off x="5570981" y="3486204"/>
                      <a:ext cx="40082" cy="39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" h="604" extrusionOk="0">
                          <a:moveTo>
                            <a:pt x="87" y="1"/>
                          </a:moveTo>
                          <a:lnTo>
                            <a:pt x="0" y="88"/>
                          </a:lnTo>
                          <a:lnTo>
                            <a:pt x="522" y="604"/>
                          </a:lnTo>
                          <a:lnTo>
                            <a:pt x="610" y="523"/>
                          </a:lnTo>
                          <a:lnTo>
                            <a:pt x="87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4" name="Google Shape;1094;p33"/>
                    <p:cNvSpPr/>
                    <p:nvPr/>
                  </p:nvSpPr>
                  <p:spPr>
                    <a:xfrm flipH="1">
                      <a:off x="5683207" y="3486204"/>
                      <a:ext cx="39687" cy="401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11" extrusionOk="0">
                          <a:moveTo>
                            <a:pt x="523" y="1"/>
                          </a:moveTo>
                          <a:lnTo>
                            <a:pt x="1" y="523"/>
                          </a:lnTo>
                          <a:lnTo>
                            <a:pt x="81" y="610"/>
                          </a:lnTo>
                          <a:lnTo>
                            <a:pt x="604" y="88"/>
                          </a:lnTo>
                          <a:lnTo>
                            <a:pt x="523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5" name="Google Shape;1095;p33"/>
                    <p:cNvSpPr/>
                    <p:nvPr/>
                  </p:nvSpPr>
                  <p:spPr>
                    <a:xfrm flipH="1">
                      <a:off x="5683207" y="3486204"/>
                      <a:ext cx="39687" cy="401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11" extrusionOk="0">
                          <a:moveTo>
                            <a:pt x="81" y="1"/>
                          </a:moveTo>
                          <a:lnTo>
                            <a:pt x="1" y="88"/>
                          </a:lnTo>
                          <a:lnTo>
                            <a:pt x="523" y="610"/>
                          </a:lnTo>
                          <a:lnTo>
                            <a:pt x="604" y="523"/>
                          </a:lnTo>
                          <a:lnTo>
                            <a:pt x="81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6" name="Google Shape;1096;p33"/>
                    <p:cNvSpPr/>
                    <p:nvPr/>
                  </p:nvSpPr>
                  <p:spPr>
                    <a:xfrm flipH="1">
                      <a:off x="5458755" y="3577339"/>
                      <a:ext cx="39687" cy="40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10" extrusionOk="0">
                          <a:moveTo>
                            <a:pt x="523" y="0"/>
                          </a:moveTo>
                          <a:lnTo>
                            <a:pt x="1" y="523"/>
                          </a:lnTo>
                          <a:lnTo>
                            <a:pt x="81" y="610"/>
                          </a:lnTo>
                          <a:lnTo>
                            <a:pt x="604" y="87"/>
                          </a:lnTo>
                          <a:lnTo>
                            <a:pt x="523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7" name="Google Shape;1097;p33"/>
                    <p:cNvSpPr/>
                    <p:nvPr/>
                  </p:nvSpPr>
                  <p:spPr>
                    <a:xfrm flipH="1">
                      <a:off x="5458755" y="3577339"/>
                      <a:ext cx="39687" cy="40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10" extrusionOk="0">
                          <a:moveTo>
                            <a:pt x="81" y="0"/>
                          </a:moveTo>
                          <a:lnTo>
                            <a:pt x="1" y="87"/>
                          </a:lnTo>
                          <a:lnTo>
                            <a:pt x="523" y="610"/>
                          </a:lnTo>
                          <a:lnTo>
                            <a:pt x="604" y="523"/>
                          </a:lnTo>
                          <a:lnTo>
                            <a:pt x="81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8" name="Google Shape;1098;p33"/>
                    <p:cNvSpPr/>
                    <p:nvPr/>
                  </p:nvSpPr>
                  <p:spPr>
                    <a:xfrm flipH="1">
                      <a:off x="5570521" y="3577799"/>
                      <a:ext cx="39687" cy="39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03" extrusionOk="0">
                          <a:moveTo>
                            <a:pt x="516" y="0"/>
                          </a:moveTo>
                          <a:lnTo>
                            <a:pt x="0" y="522"/>
                          </a:lnTo>
                          <a:lnTo>
                            <a:pt x="81" y="603"/>
                          </a:lnTo>
                          <a:lnTo>
                            <a:pt x="603" y="80"/>
                          </a:lnTo>
                          <a:lnTo>
                            <a:pt x="516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99" name="Google Shape;1099;p33"/>
                    <p:cNvSpPr/>
                    <p:nvPr/>
                  </p:nvSpPr>
                  <p:spPr>
                    <a:xfrm flipH="1">
                      <a:off x="5570521" y="3577339"/>
                      <a:ext cx="39687" cy="40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10" extrusionOk="0">
                          <a:moveTo>
                            <a:pt x="81" y="0"/>
                          </a:moveTo>
                          <a:lnTo>
                            <a:pt x="0" y="87"/>
                          </a:lnTo>
                          <a:lnTo>
                            <a:pt x="523" y="610"/>
                          </a:lnTo>
                          <a:lnTo>
                            <a:pt x="603" y="523"/>
                          </a:lnTo>
                          <a:lnTo>
                            <a:pt x="81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0" name="Google Shape;1100;p33"/>
                    <p:cNvSpPr/>
                    <p:nvPr/>
                  </p:nvSpPr>
                  <p:spPr>
                    <a:xfrm flipH="1">
                      <a:off x="6833196" y="1954654"/>
                      <a:ext cx="39687" cy="39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04" extrusionOk="0">
                          <a:moveTo>
                            <a:pt x="523" y="1"/>
                          </a:moveTo>
                          <a:lnTo>
                            <a:pt x="1" y="523"/>
                          </a:lnTo>
                          <a:lnTo>
                            <a:pt x="81" y="604"/>
                          </a:lnTo>
                          <a:lnTo>
                            <a:pt x="604" y="88"/>
                          </a:lnTo>
                          <a:lnTo>
                            <a:pt x="523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1" name="Google Shape;1101;p33"/>
                    <p:cNvSpPr/>
                    <p:nvPr/>
                  </p:nvSpPr>
                  <p:spPr>
                    <a:xfrm flipH="1">
                      <a:off x="6833196" y="1954654"/>
                      <a:ext cx="39687" cy="39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4" h="604" extrusionOk="0">
                          <a:moveTo>
                            <a:pt x="81" y="1"/>
                          </a:moveTo>
                          <a:lnTo>
                            <a:pt x="1" y="81"/>
                          </a:lnTo>
                          <a:lnTo>
                            <a:pt x="523" y="604"/>
                          </a:lnTo>
                          <a:lnTo>
                            <a:pt x="604" y="523"/>
                          </a:lnTo>
                          <a:lnTo>
                            <a:pt x="81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2" name="Google Shape;1102;p33"/>
                    <p:cNvSpPr/>
                    <p:nvPr/>
                  </p:nvSpPr>
                  <p:spPr>
                    <a:xfrm flipH="1">
                      <a:off x="6709077" y="1954654"/>
                      <a:ext cx="40082" cy="39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" h="604" extrusionOk="0">
                          <a:moveTo>
                            <a:pt x="522" y="1"/>
                          </a:moveTo>
                          <a:lnTo>
                            <a:pt x="0" y="517"/>
                          </a:lnTo>
                          <a:lnTo>
                            <a:pt x="87" y="604"/>
                          </a:lnTo>
                          <a:lnTo>
                            <a:pt x="610" y="81"/>
                          </a:lnTo>
                          <a:lnTo>
                            <a:pt x="522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3" name="Google Shape;1103;p33"/>
                    <p:cNvSpPr/>
                    <p:nvPr/>
                  </p:nvSpPr>
                  <p:spPr>
                    <a:xfrm flipH="1">
                      <a:off x="6709077" y="1954654"/>
                      <a:ext cx="40082" cy="39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" h="604" extrusionOk="0">
                          <a:moveTo>
                            <a:pt x="87" y="1"/>
                          </a:moveTo>
                          <a:lnTo>
                            <a:pt x="0" y="81"/>
                          </a:lnTo>
                          <a:lnTo>
                            <a:pt x="522" y="604"/>
                          </a:lnTo>
                          <a:lnTo>
                            <a:pt x="610" y="523"/>
                          </a:lnTo>
                          <a:lnTo>
                            <a:pt x="87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4" name="Google Shape;1104;p33"/>
                    <p:cNvSpPr/>
                    <p:nvPr/>
                  </p:nvSpPr>
                  <p:spPr>
                    <a:xfrm flipH="1">
                      <a:off x="6249594" y="2857788"/>
                      <a:ext cx="38833" cy="2715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1" h="4133" extrusionOk="0">
                          <a:moveTo>
                            <a:pt x="590" y="0"/>
                          </a:moveTo>
                          <a:lnTo>
                            <a:pt x="1" y="590"/>
                          </a:lnTo>
                          <a:lnTo>
                            <a:pt x="1" y="2063"/>
                          </a:lnTo>
                          <a:lnTo>
                            <a:pt x="1" y="3543"/>
                          </a:lnTo>
                          <a:lnTo>
                            <a:pt x="590" y="4133"/>
                          </a:lnTo>
                          <a:lnTo>
                            <a:pt x="590" y="2063"/>
                          </a:lnTo>
                          <a:lnTo>
                            <a:pt x="590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5" name="Google Shape;1105;p33"/>
                    <p:cNvSpPr/>
                    <p:nvPr/>
                  </p:nvSpPr>
                  <p:spPr>
                    <a:xfrm flipH="1">
                      <a:off x="7576921" y="1681381"/>
                      <a:ext cx="191997" cy="191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22" h="2921" extrusionOk="0">
                          <a:moveTo>
                            <a:pt x="1" y="0"/>
                          </a:moveTo>
                          <a:lnTo>
                            <a:pt x="1461" y="1461"/>
                          </a:lnTo>
                          <a:lnTo>
                            <a:pt x="2921" y="2921"/>
                          </a:lnTo>
                          <a:lnTo>
                            <a:pt x="2921" y="2090"/>
                          </a:lnTo>
                          <a:lnTo>
                            <a:pt x="1876" y="1045"/>
                          </a:lnTo>
                          <a:lnTo>
                            <a:pt x="831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6" name="Google Shape;1106;p33"/>
                    <p:cNvSpPr/>
                    <p:nvPr/>
                  </p:nvSpPr>
                  <p:spPr>
                    <a:xfrm flipH="1">
                      <a:off x="8038641" y="1332809"/>
                      <a:ext cx="79703" cy="793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3" h="1207" extrusionOk="0">
                          <a:moveTo>
                            <a:pt x="610" y="322"/>
                          </a:moveTo>
                          <a:cubicBezTo>
                            <a:pt x="764" y="322"/>
                            <a:pt x="891" y="449"/>
                            <a:pt x="891" y="603"/>
                          </a:cubicBezTo>
                          <a:cubicBezTo>
                            <a:pt x="891" y="764"/>
                            <a:pt x="764" y="891"/>
                            <a:pt x="610" y="891"/>
                          </a:cubicBezTo>
                          <a:cubicBezTo>
                            <a:pt x="449" y="891"/>
                            <a:pt x="322" y="764"/>
                            <a:pt x="322" y="603"/>
                          </a:cubicBezTo>
                          <a:cubicBezTo>
                            <a:pt x="322" y="449"/>
                            <a:pt x="449" y="322"/>
                            <a:pt x="610" y="322"/>
                          </a:cubicBezTo>
                          <a:close/>
                          <a:moveTo>
                            <a:pt x="610" y="1"/>
                          </a:moveTo>
                          <a:cubicBezTo>
                            <a:pt x="275" y="1"/>
                            <a:pt x="1" y="275"/>
                            <a:pt x="1" y="603"/>
                          </a:cubicBezTo>
                          <a:cubicBezTo>
                            <a:pt x="1" y="938"/>
                            <a:pt x="275" y="1206"/>
                            <a:pt x="610" y="1206"/>
                          </a:cubicBezTo>
                          <a:cubicBezTo>
                            <a:pt x="938" y="1206"/>
                            <a:pt x="1213" y="938"/>
                            <a:pt x="1213" y="603"/>
                          </a:cubicBezTo>
                          <a:cubicBezTo>
                            <a:pt x="1213" y="268"/>
                            <a:pt x="938" y="1"/>
                            <a:pt x="610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7" name="Google Shape;1107;p33"/>
                    <p:cNvSpPr/>
                    <p:nvPr/>
                  </p:nvSpPr>
                  <p:spPr>
                    <a:xfrm flipH="1">
                      <a:off x="6203402" y="3285537"/>
                      <a:ext cx="79309" cy="793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7" h="1207" extrusionOk="0">
                          <a:moveTo>
                            <a:pt x="604" y="315"/>
                          </a:moveTo>
                          <a:cubicBezTo>
                            <a:pt x="758" y="315"/>
                            <a:pt x="885" y="443"/>
                            <a:pt x="885" y="603"/>
                          </a:cubicBezTo>
                          <a:cubicBezTo>
                            <a:pt x="885" y="757"/>
                            <a:pt x="758" y="885"/>
                            <a:pt x="604" y="885"/>
                          </a:cubicBezTo>
                          <a:cubicBezTo>
                            <a:pt x="443" y="885"/>
                            <a:pt x="316" y="757"/>
                            <a:pt x="316" y="603"/>
                          </a:cubicBezTo>
                          <a:cubicBezTo>
                            <a:pt x="316" y="443"/>
                            <a:pt x="443" y="315"/>
                            <a:pt x="604" y="315"/>
                          </a:cubicBezTo>
                          <a:close/>
                          <a:moveTo>
                            <a:pt x="604" y="1"/>
                          </a:moveTo>
                          <a:cubicBezTo>
                            <a:pt x="269" y="1"/>
                            <a:pt x="1" y="269"/>
                            <a:pt x="1" y="603"/>
                          </a:cubicBezTo>
                          <a:cubicBezTo>
                            <a:pt x="1" y="932"/>
                            <a:pt x="269" y="1206"/>
                            <a:pt x="604" y="1206"/>
                          </a:cubicBezTo>
                          <a:cubicBezTo>
                            <a:pt x="932" y="1206"/>
                            <a:pt x="1207" y="932"/>
                            <a:pt x="1207" y="603"/>
                          </a:cubicBezTo>
                          <a:cubicBezTo>
                            <a:pt x="1207" y="269"/>
                            <a:pt x="932" y="1"/>
                            <a:pt x="604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8" name="Google Shape;1108;p33"/>
                    <p:cNvSpPr/>
                    <p:nvPr/>
                  </p:nvSpPr>
                  <p:spPr>
                    <a:xfrm flipH="1">
                      <a:off x="6232868" y="1385636"/>
                      <a:ext cx="1836196" cy="19101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945" h="29070" extrusionOk="0">
                          <a:moveTo>
                            <a:pt x="222" y="0"/>
                          </a:moveTo>
                          <a:lnTo>
                            <a:pt x="1" y="221"/>
                          </a:lnTo>
                          <a:lnTo>
                            <a:pt x="8943" y="9163"/>
                          </a:lnTo>
                          <a:lnTo>
                            <a:pt x="8989" y="9210"/>
                          </a:lnTo>
                          <a:lnTo>
                            <a:pt x="15620" y="9210"/>
                          </a:lnTo>
                          <a:lnTo>
                            <a:pt x="27630" y="21220"/>
                          </a:lnTo>
                          <a:lnTo>
                            <a:pt x="27630" y="29070"/>
                          </a:lnTo>
                          <a:lnTo>
                            <a:pt x="27945" y="29070"/>
                          </a:lnTo>
                          <a:lnTo>
                            <a:pt x="27945" y="21086"/>
                          </a:lnTo>
                          <a:lnTo>
                            <a:pt x="15801" y="8942"/>
                          </a:lnTo>
                          <a:lnTo>
                            <a:pt x="15754" y="8895"/>
                          </a:lnTo>
                          <a:lnTo>
                            <a:pt x="9117" y="8895"/>
                          </a:lnTo>
                          <a:lnTo>
                            <a:pt x="222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09" name="Google Shape;1109;p33"/>
                    <p:cNvSpPr/>
                    <p:nvPr/>
                  </p:nvSpPr>
                  <p:spPr>
                    <a:xfrm flipH="1">
                      <a:off x="6410237" y="2114846"/>
                      <a:ext cx="488995" cy="4877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442" h="7423" extrusionOk="0">
                          <a:moveTo>
                            <a:pt x="0" y="1"/>
                          </a:moveTo>
                          <a:lnTo>
                            <a:pt x="0" y="128"/>
                          </a:lnTo>
                          <a:lnTo>
                            <a:pt x="3289" y="128"/>
                          </a:lnTo>
                          <a:lnTo>
                            <a:pt x="7308" y="4154"/>
                          </a:lnTo>
                          <a:lnTo>
                            <a:pt x="7308" y="7422"/>
                          </a:lnTo>
                          <a:lnTo>
                            <a:pt x="7441" y="7422"/>
                          </a:lnTo>
                          <a:lnTo>
                            <a:pt x="7441" y="4100"/>
                          </a:lnTo>
                          <a:lnTo>
                            <a:pt x="3342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0" name="Google Shape;1110;p33"/>
                    <p:cNvSpPr/>
                    <p:nvPr/>
                  </p:nvSpPr>
                  <p:spPr>
                    <a:xfrm flipH="1">
                      <a:off x="7148716" y="1679607"/>
                      <a:ext cx="90742" cy="912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1" h="1388" extrusionOk="0">
                          <a:moveTo>
                            <a:pt x="1173" y="1"/>
                          </a:moveTo>
                          <a:lnTo>
                            <a:pt x="1173" y="1173"/>
                          </a:lnTo>
                          <a:lnTo>
                            <a:pt x="0" y="1173"/>
                          </a:lnTo>
                          <a:lnTo>
                            <a:pt x="0" y="1387"/>
                          </a:lnTo>
                          <a:lnTo>
                            <a:pt x="1380" y="1387"/>
                          </a:lnTo>
                          <a:lnTo>
                            <a:pt x="1380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1" name="Google Shape;1111;p33"/>
                    <p:cNvSpPr/>
                    <p:nvPr/>
                  </p:nvSpPr>
                  <p:spPr>
                    <a:xfrm flipH="1">
                      <a:off x="6549340" y="3089666"/>
                      <a:ext cx="323544" cy="3235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24" h="4924" extrusionOk="0">
                          <a:moveTo>
                            <a:pt x="1" y="1"/>
                          </a:moveTo>
                          <a:lnTo>
                            <a:pt x="1" y="1401"/>
                          </a:lnTo>
                          <a:lnTo>
                            <a:pt x="1762" y="3162"/>
                          </a:lnTo>
                          <a:lnTo>
                            <a:pt x="3524" y="4924"/>
                          </a:lnTo>
                          <a:lnTo>
                            <a:pt x="4924" y="4924"/>
                          </a:lnTo>
                          <a:lnTo>
                            <a:pt x="2459" y="2459"/>
                          </a:lnTo>
                          <a:lnTo>
                            <a:pt x="1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2" name="Google Shape;1112;p33"/>
                    <p:cNvSpPr/>
                    <p:nvPr/>
                  </p:nvSpPr>
                  <p:spPr>
                    <a:xfrm flipH="1">
                      <a:off x="6581475" y="4539412"/>
                      <a:ext cx="79243" cy="792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6" h="1206" extrusionOk="0">
                          <a:moveTo>
                            <a:pt x="603" y="322"/>
                          </a:moveTo>
                          <a:cubicBezTo>
                            <a:pt x="757" y="322"/>
                            <a:pt x="884" y="449"/>
                            <a:pt x="884" y="603"/>
                          </a:cubicBezTo>
                          <a:cubicBezTo>
                            <a:pt x="884" y="764"/>
                            <a:pt x="757" y="891"/>
                            <a:pt x="603" y="891"/>
                          </a:cubicBezTo>
                          <a:cubicBezTo>
                            <a:pt x="442" y="891"/>
                            <a:pt x="315" y="764"/>
                            <a:pt x="315" y="603"/>
                          </a:cubicBezTo>
                          <a:cubicBezTo>
                            <a:pt x="315" y="449"/>
                            <a:pt x="449" y="322"/>
                            <a:pt x="603" y="322"/>
                          </a:cubicBezTo>
                          <a:close/>
                          <a:moveTo>
                            <a:pt x="603" y="0"/>
                          </a:moveTo>
                          <a:cubicBezTo>
                            <a:pt x="268" y="0"/>
                            <a:pt x="0" y="268"/>
                            <a:pt x="0" y="603"/>
                          </a:cubicBezTo>
                          <a:cubicBezTo>
                            <a:pt x="0" y="938"/>
                            <a:pt x="268" y="1206"/>
                            <a:pt x="603" y="1206"/>
                          </a:cubicBezTo>
                          <a:cubicBezTo>
                            <a:pt x="938" y="1206"/>
                            <a:pt x="1206" y="938"/>
                            <a:pt x="1206" y="603"/>
                          </a:cubicBezTo>
                          <a:cubicBezTo>
                            <a:pt x="1206" y="268"/>
                            <a:pt x="938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3" name="Google Shape;1113;p33"/>
                    <p:cNvSpPr/>
                    <p:nvPr/>
                  </p:nvSpPr>
                  <p:spPr>
                    <a:xfrm flipH="1">
                      <a:off x="8138514" y="2181341"/>
                      <a:ext cx="79309" cy="7970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7" h="1213" extrusionOk="0">
                          <a:moveTo>
                            <a:pt x="604" y="322"/>
                          </a:moveTo>
                          <a:cubicBezTo>
                            <a:pt x="758" y="322"/>
                            <a:pt x="885" y="449"/>
                            <a:pt x="885" y="603"/>
                          </a:cubicBezTo>
                          <a:cubicBezTo>
                            <a:pt x="885" y="764"/>
                            <a:pt x="758" y="891"/>
                            <a:pt x="604" y="891"/>
                          </a:cubicBezTo>
                          <a:cubicBezTo>
                            <a:pt x="450" y="891"/>
                            <a:pt x="316" y="764"/>
                            <a:pt x="316" y="603"/>
                          </a:cubicBezTo>
                          <a:cubicBezTo>
                            <a:pt x="316" y="449"/>
                            <a:pt x="450" y="322"/>
                            <a:pt x="604" y="322"/>
                          </a:cubicBezTo>
                          <a:close/>
                          <a:moveTo>
                            <a:pt x="604" y="0"/>
                          </a:moveTo>
                          <a:cubicBezTo>
                            <a:pt x="269" y="0"/>
                            <a:pt x="1" y="275"/>
                            <a:pt x="1" y="603"/>
                          </a:cubicBezTo>
                          <a:cubicBezTo>
                            <a:pt x="1" y="938"/>
                            <a:pt x="269" y="1213"/>
                            <a:pt x="604" y="1213"/>
                          </a:cubicBezTo>
                          <a:cubicBezTo>
                            <a:pt x="939" y="1213"/>
                            <a:pt x="1206" y="938"/>
                            <a:pt x="1206" y="603"/>
                          </a:cubicBezTo>
                          <a:cubicBezTo>
                            <a:pt x="1206" y="275"/>
                            <a:pt x="939" y="0"/>
                            <a:pt x="604" y="0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4" name="Google Shape;1114;p33"/>
                    <p:cNvSpPr/>
                    <p:nvPr/>
                  </p:nvSpPr>
                  <p:spPr>
                    <a:xfrm flipH="1">
                      <a:off x="6538735" y="2232789"/>
                      <a:ext cx="1624946" cy="2324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30" h="35380" extrusionOk="0">
                          <a:moveTo>
                            <a:pt x="228" y="1"/>
                          </a:moveTo>
                          <a:lnTo>
                            <a:pt x="1" y="222"/>
                          </a:lnTo>
                          <a:lnTo>
                            <a:pt x="8500" y="8722"/>
                          </a:lnTo>
                          <a:lnTo>
                            <a:pt x="8547" y="8769"/>
                          </a:lnTo>
                          <a:lnTo>
                            <a:pt x="15285" y="8769"/>
                          </a:lnTo>
                          <a:lnTo>
                            <a:pt x="24408" y="17891"/>
                          </a:lnTo>
                          <a:lnTo>
                            <a:pt x="24408" y="20557"/>
                          </a:lnTo>
                          <a:lnTo>
                            <a:pt x="18748" y="26210"/>
                          </a:lnTo>
                          <a:lnTo>
                            <a:pt x="18748" y="31127"/>
                          </a:lnTo>
                          <a:lnTo>
                            <a:pt x="23002" y="35380"/>
                          </a:lnTo>
                          <a:lnTo>
                            <a:pt x="23229" y="35152"/>
                          </a:lnTo>
                          <a:lnTo>
                            <a:pt x="19070" y="30993"/>
                          </a:lnTo>
                          <a:lnTo>
                            <a:pt x="19070" y="26344"/>
                          </a:lnTo>
                          <a:lnTo>
                            <a:pt x="24730" y="20684"/>
                          </a:lnTo>
                          <a:lnTo>
                            <a:pt x="24730" y="17764"/>
                          </a:lnTo>
                          <a:lnTo>
                            <a:pt x="15466" y="8501"/>
                          </a:lnTo>
                          <a:lnTo>
                            <a:pt x="15419" y="8454"/>
                          </a:lnTo>
                          <a:lnTo>
                            <a:pt x="8681" y="8454"/>
                          </a:lnTo>
                          <a:lnTo>
                            <a:pt x="228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5" name="Google Shape;1115;p33"/>
                    <p:cNvSpPr/>
                    <p:nvPr/>
                  </p:nvSpPr>
                  <p:spPr>
                    <a:xfrm flipH="1">
                      <a:off x="6753942" y="2795301"/>
                      <a:ext cx="658455" cy="1003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21" h="15265" extrusionOk="0">
                          <a:moveTo>
                            <a:pt x="94" y="0"/>
                          </a:moveTo>
                          <a:lnTo>
                            <a:pt x="0" y="87"/>
                          </a:lnTo>
                          <a:lnTo>
                            <a:pt x="5620" y="5707"/>
                          </a:lnTo>
                          <a:lnTo>
                            <a:pt x="5620" y="10951"/>
                          </a:lnTo>
                          <a:lnTo>
                            <a:pt x="9927" y="15265"/>
                          </a:lnTo>
                          <a:lnTo>
                            <a:pt x="10020" y="15171"/>
                          </a:lnTo>
                          <a:lnTo>
                            <a:pt x="5747" y="10904"/>
                          </a:lnTo>
                          <a:lnTo>
                            <a:pt x="5747" y="5653"/>
                          </a:lnTo>
                          <a:lnTo>
                            <a:pt x="94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6" name="Google Shape;1116;p33"/>
                    <p:cNvSpPr/>
                    <p:nvPr/>
                  </p:nvSpPr>
                  <p:spPr>
                    <a:xfrm flipH="1">
                      <a:off x="6573979" y="3616040"/>
                      <a:ext cx="349958" cy="5533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26" h="8421" extrusionOk="0">
                          <a:moveTo>
                            <a:pt x="5199" y="1"/>
                          </a:moveTo>
                          <a:lnTo>
                            <a:pt x="5199" y="3129"/>
                          </a:lnTo>
                          <a:lnTo>
                            <a:pt x="1" y="8333"/>
                          </a:lnTo>
                          <a:lnTo>
                            <a:pt x="88" y="8420"/>
                          </a:lnTo>
                          <a:lnTo>
                            <a:pt x="5326" y="3182"/>
                          </a:lnTo>
                          <a:lnTo>
                            <a:pt x="5326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7" name="Google Shape;1117;p33"/>
                    <p:cNvSpPr/>
                    <p:nvPr/>
                  </p:nvSpPr>
                  <p:spPr>
                    <a:xfrm flipH="1">
                      <a:off x="7591408" y="1709569"/>
                      <a:ext cx="1878446" cy="26177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88" h="39840" extrusionOk="0">
                          <a:moveTo>
                            <a:pt x="0" y="0"/>
                          </a:moveTo>
                          <a:lnTo>
                            <a:pt x="0" y="7348"/>
                          </a:lnTo>
                          <a:lnTo>
                            <a:pt x="13584" y="7348"/>
                          </a:lnTo>
                          <a:lnTo>
                            <a:pt x="21983" y="15747"/>
                          </a:lnTo>
                          <a:lnTo>
                            <a:pt x="21983" y="33457"/>
                          </a:lnTo>
                          <a:lnTo>
                            <a:pt x="28359" y="39840"/>
                          </a:lnTo>
                          <a:lnTo>
                            <a:pt x="28587" y="39612"/>
                          </a:lnTo>
                          <a:lnTo>
                            <a:pt x="22304" y="33329"/>
                          </a:lnTo>
                          <a:lnTo>
                            <a:pt x="22304" y="15613"/>
                          </a:lnTo>
                          <a:lnTo>
                            <a:pt x="13764" y="7073"/>
                          </a:lnTo>
                          <a:lnTo>
                            <a:pt x="13718" y="7026"/>
                          </a:lnTo>
                          <a:lnTo>
                            <a:pt x="315" y="7026"/>
                          </a:lnTo>
                          <a:lnTo>
                            <a:pt x="315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8" name="Google Shape;1118;p33"/>
                    <p:cNvSpPr/>
                    <p:nvPr/>
                  </p:nvSpPr>
                  <p:spPr>
                    <a:xfrm flipH="1">
                      <a:off x="8125302" y="2301452"/>
                      <a:ext cx="323544" cy="3235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24" h="4924" extrusionOk="0">
                          <a:moveTo>
                            <a:pt x="0" y="1"/>
                          </a:moveTo>
                          <a:lnTo>
                            <a:pt x="0" y="1401"/>
                          </a:lnTo>
                          <a:lnTo>
                            <a:pt x="1762" y="3162"/>
                          </a:lnTo>
                          <a:lnTo>
                            <a:pt x="3524" y="4924"/>
                          </a:lnTo>
                          <a:lnTo>
                            <a:pt x="4923" y="4924"/>
                          </a:lnTo>
                          <a:lnTo>
                            <a:pt x="2465" y="2466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19" name="Google Shape;1119;p33"/>
                    <p:cNvSpPr/>
                    <p:nvPr/>
                  </p:nvSpPr>
                  <p:spPr>
                    <a:xfrm flipH="1">
                      <a:off x="7544399" y="4293801"/>
                      <a:ext cx="79703" cy="793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3" h="1207" extrusionOk="0">
                          <a:moveTo>
                            <a:pt x="610" y="315"/>
                          </a:moveTo>
                          <a:cubicBezTo>
                            <a:pt x="764" y="315"/>
                            <a:pt x="891" y="443"/>
                            <a:pt x="891" y="604"/>
                          </a:cubicBezTo>
                          <a:cubicBezTo>
                            <a:pt x="891" y="758"/>
                            <a:pt x="764" y="885"/>
                            <a:pt x="610" y="885"/>
                          </a:cubicBezTo>
                          <a:cubicBezTo>
                            <a:pt x="449" y="885"/>
                            <a:pt x="322" y="758"/>
                            <a:pt x="322" y="604"/>
                          </a:cubicBezTo>
                          <a:cubicBezTo>
                            <a:pt x="322" y="443"/>
                            <a:pt x="449" y="315"/>
                            <a:pt x="610" y="315"/>
                          </a:cubicBezTo>
                          <a:close/>
                          <a:moveTo>
                            <a:pt x="610" y="1"/>
                          </a:moveTo>
                          <a:cubicBezTo>
                            <a:pt x="275" y="1"/>
                            <a:pt x="0" y="269"/>
                            <a:pt x="0" y="604"/>
                          </a:cubicBezTo>
                          <a:cubicBezTo>
                            <a:pt x="0" y="932"/>
                            <a:pt x="275" y="1206"/>
                            <a:pt x="610" y="1206"/>
                          </a:cubicBezTo>
                          <a:cubicBezTo>
                            <a:pt x="938" y="1206"/>
                            <a:pt x="1213" y="932"/>
                            <a:pt x="1213" y="604"/>
                          </a:cubicBezTo>
                          <a:cubicBezTo>
                            <a:pt x="1213" y="269"/>
                            <a:pt x="938" y="1"/>
                            <a:pt x="610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0" name="Google Shape;1120;p33"/>
                    <p:cNvSpPr/>
                    <p:nvPr/>
                  </p:nvSpPr>
                  <p:spPr>
                    <a:xfrm flipH="1">
                      <a:off x="7341026" y="3027639"/>
                      <a:ext cx="676984" cy="9599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303" h="14609" extrusionOk="0">
                          <a:moveTo>
                            <a:pt x="88" y="1"/>
                          </a:moveTo>
                          <a:lnTo>
                            <a:pt x="1" y="94"/>
                          </a:lnTo>
                          <a:lnTo>
                            <a:pt x="6143" y="6236"/>
                          </a:lnTo>
                          <a:lnTo>
                            <a:pt x="6143" y="10537"/>
                          </a:lnTo>
                          <a:lnTo>
                            <a:pt x="10215" y="14609"/>
                          </a:lnTo>
                          <a:lnTo>
                            <a:pt x="10302" y="14515"/>
                          </a:lnTo>
                          <a:lnTo>
                            <a:pt x="6270" y="10483"/>
                          </a:lnTo>
                          <a:lnTo>
                            <a:pt x="6270" y="6183"/>
                          </a:lnTo>
                          <a:lnTo>
                            <a:pt x="88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1" name="Google Shape;1121;p33"/>
                    <p:cNvSpPr/>
                    <p:nvPr/>
                  </p:nvSpPr>
                  <p:spPr>
                    <a:xfrm flipH="1">
                      <a:off x="5570944" y="-190791"/>
                      <a:ext cx="1878906" cy="26177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95" h="39840" extrusionOk="0">
                          <a:moveTo>
                            <a:pt x="229" y="0"/>
                          </a:moveTo>
                          <a:lnTo>
                            <a:pt x="1" y="221"/>
                          </a:lnTo>
                          <a:lnTo>
                            <a:pt x="6290" y="6511"/>
                          </a:lnTo>
                          <a:lnTo>
                            <a:pt x="6290" y="24227"/>
                          </a:lnTo>
                          <a:lnTo>
                            <a:pt x="14830" y="32767"/>
                          </a:lnTo>
                          <a:lnTo>
                            <a:pt x="14877" y="32807"/>
                          </a:lnTo>
                          <a:lnTo>
                            <a:pt x="28273" y="32807"/>
                          </a:lnTo>
                          <a:lnTo>
                            <a:pt x="28273" y="39840"/>
                          </a:lnTo>
                          <a:lnTo>
                            <a:pt x="28595" y="39840"/>
                          </a:lnTo>
                          <a:lnTo>
                            <a:pt x="28595" y="32492"/>
                          </a:lnTo>
                          <a:lnTo>
                            <a:pt x="15004" y="32492"/>
                          </a:lnTo>
                          <a:lnTo>
                            <a:pt x="6605" y="24093"/>
                          </a:lnTo>
                          <a:lnTo>
                            <a:pt x="6605" y="6377"/>
                          </a:lnTo>
                          <a:lnTo>
                            <a:pt x="229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2" name="Google Shape;1122;p33"/>
                    <p:cNvSpPr/>
                    <p:nvPr/>
                  </p:nvSpPr>
                  <p:spPr>
                    <a:xfrm flipH="1">
                      <a:off x="6592443" y="1511464"/>
                      <a:ext cx="323544" cy="3235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24" h="4924" extrusionOk="0">
                          <a:moveTo>
                            <a:pt x="0" y="1"/>
                          </a:moveTo>
                          <a:lnTo>
                            <a:pt x="2465" y="2459"/>
                          </a:lnTo>
                          <a:lnTo>
                            <a:pt x="4924" y="4924"/>
                          </a:lnTo>
                          <a:lnTo>
                            <a:pt x="4924" y="3517"/>
                          </a:lnTo>
                          <a:lnTo>
                            <a:pt x="3162" y="1756"/>
                          </a:lnTo>
                          <a:lnTo>
                            <a:pt x="1400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3" name="Google Shape;1123;p33"/>
                    <p:cNvSpPr/>
                    <p:nvPr/>
                  </p:nvSpPr>
                  <p:spPr>
                    <a:xfrm flipH="1">
                      <a:off x="5541938" y="2416373"/>
                      <a:ext cx="79309" cy="792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7" h="1206" extrusionOk="0">
                          <a:moveTo>
                            <a:pt x="604" y="315"/>
                          </a:moveTo>
                          <a:cubicBezTo>
                            <a:pt x="758" y="315"/>
                            <a:pt x="885" y="442"/>
                            <a:pt x="885" y="603"/>
                          </a:cubicBezTo>
                          <a:cubicBezTo>
                            <a:pt x="885" y="757"/>
                            <a:pt x="758" y="884"/>
                            <a:pt x="604" y="884"/>
                          </a:cubicBezTo>
                          <a:cubicBezTo>
                            <a:pt x="443" y="884"/>
                            <a:pt x="316" y="757"/>
                            <a:pt x="316" y="603"/>
                          </a:cubicBezTo>
                          <a:cubicBezTo>
                            <a:pt x="316" y="442"/>
                            <a:pt x="443" y="315"/>
                            <a:pt x="604" y="315"/>
                          </a:cubicBezTo>
                          <a:close/>
                          <a:moveTo>
                            <a:pt x="604" y="0"/>
                          </a:moveTo>
                          <a:cubicBezTo>
                            <a:pt x="269" y="0"/>
                            <a:pt x="1" y="268"/>
                            <a:pt x="1" y="603"/>
                          </a:cubicBezTo>
                          <a:cubicBezTo>
                            <a:pt x="1" y="938"/>
                            <a:pt x="269" y="1206"/>
                            <a:pt x="604" y="1206"/>
                          </a:cubicBezTo>
                          <a:cubicBezTo>
                            <a:pt x="939" y="1206"/>
                            <a:pt x="1207" y="938"/>
                            <a:pt x="1207" y="603"/>
                          </a:cubicBezTo>
                          <a:cubicBezTo>
                            <a:pt x="1207" y="268"/>
                            <a:pt x="932" y="0"/>
                            <a:pt x="604" y="0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4" name="Google Shape;1124;p33"/>
                    <p:cNvSpPr/>
                    <p:nvPr/>
                  </p:nvSpPr>
                  <p:spPr>
                    <a:xfrm flipH="1">
                      <a:off x="7023271" y="148911"/>
                      <a:ext cx="676984" cy="9595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303" h="14603" extrusionOk="0">
                          <a:moveTo>
                            <a:pt x="88" y="1"/>
                          </a:moveTo>
                          <a:lnTo>
                            <a:pt x="1" y="88"/>
                          </a:lnTo>
                          <a:lnTo>
                            <a:pt x="4033" y="4127"/>
                          </a:lnTo>
                          <a:lnTo>
                            <a:pt x="4033" y="8427"/>
                          </a:lnTo>
                          <a:lnTo>
                            <a:pt x="10215" y="14603"/>
                          </a:lnTo>
                          <a:lnTo>
                            <a:pt x="10302" y="14516"/>
                          </a:lnTo>
                          <a:lnTo>
                            <a:pt x="4160" y="8373"/>
                          </a:lnTo>
                          <a:lnTo>
                            <a:pt x="4160" y="4073"/>
                          </a:lnTo>
                          <a:lnTo>
                            <a:pt x="88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5" name="Google Shape;1125;p33"/>
                    <p:cNvSpPr/>
                    <p:nvPr/>
                  </p:nvSpPr>
                  <p:spPr>
                    <a:xfrm flipH="1">
                      <a:off x="5578462" y="1954654"/>
                      <a:ext cx="484593" cy="28484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75" h="4335" extrusionOk="0">
                          <a:moveTo>
                            <a:pt x="87" y="1"/>
                          </a:moveTo>
                          <a:lnTo>
                            <a:pt x="0" y="95"/>
                          </a:lnTo>
                          <a:lnTo>
                            <a:pt x="2077" y="2171"/>
                          </a:lnTo>
                          <a:lnTo>
                            <a:pt x="5124" y="2171"/>
                          </a:lnTo>
                          <a:lnTo>
                            <a:pt x="7281" y="4334"/>
                          </a:lnTo>
                          <a:lnTo>
                            <a:pt x="7375" y="4241"/>
                          </a:lnTo>
                          <a:lnTo>
                            <a:pt x="5178" y="2044"/>
                          </a:lnTo>
                          <a:lnTo>
                            <a:pt x="2130" y="2044"/>
                          </a:lnTo>
                          <a:lnTo>
                            <a:pt x="87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6" name="Google Shape;1126;p33"/>
                    <p:cNvSpPr/>
                    <p:nvPr/>
                  </p:nvSpPr>
                  <p:spPr>
                    <a:xfrm flipH="1">
                      <a:off x="6893908" y="2465192"/>
                      <a:ext cx="60385" cy="607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19" h="925" extrusionOk="0">
                          <a:moveTo>
                            <a:pt x="1" y="1"/>
                          </a:moveTo>
                          <a:lnTo>
                            <a:pt x="1" y="925"/>
                          </a:lnTo>
                          <a:lnTo>
                            <a:pt x="918" y="925"/>
                          </a:lnTo>
                          <a:lnTo>
                            <a:pt x="918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7" name="Google Shape;1127;p33"/>
                    <p:cNvSpPr/>
                    <p:nvPr/>
                  </p:nvSpPr>
                  <p:spPr>
                    <a:xfrm flipH="1">
                      <a:off x="7793953" y="2112218"/>
                      <a:ext cx="11499" cy="722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5" h="1100" extrusionOk="0">
                          <a:moveTo>
                            <a:pt x="1" y="1"/>
                          </a:moveTo>
                          <a:lnTo>
                            <a:pt x="1" y="1099"/>
                          </a:lnTo>
                          <a:lnTo>
                            <a:pt x="175" y="1099"/>
                          </a:lnTo>
                          <a:lnTo>
                            <a:pt x="175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8" name="Google Shape;1128;p33"/>
                    <p:cNvSpPr/>
                    <p:nvPr/>
                  </p:nvSpPr>
                  <p:spPr>
                    <a:xfrm flipH="1">
                      <a:off x="7763529" y="2142574"/>
                      <a:ext cx="71818" cy="115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93" h="176" extrusionOk="0">
                          <a:moveTo>
                            <a:pt x="0" y="1"/>
                          </a:moveTo>
                          <a:lnTo>
                            <a:pt x="0" y="175"/>
                          </a:lnTo>
                          <a:lnTo>
                            <a:pt x="1092" y="175"/>
                          </a:lnTo>
                          <a:lnTo>
                            <a:pt x="1092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29" name="Google Shape;1129;p33"/>
                    <p:cNvSpPr/>
                    <p:nvPr/>
                  </p:nvSpPr>
                  <p:spPr>
                    <a:xfrm flipH="1">
                      <a:off x="7640330" y="2134689"/>
                      <a:ext cx="70504" cy="49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3" h="758" extrusionOk="0">
                          <a:moveTo>
                            <a:pt x="631" y="0"/>
                          </a:moveTo>
                          <a:lnTo>
                            <a:pt x="1" y="757"/>
                          </a:lnTo>
                          <a:lnTo>
                            <a:pt x="450" y="757"/>
                          </a:lnTo>
                          <a:lnTo>
                            <a:pt x="1073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0" name="Google Shape;1130;p33"/>
                    <p:cNvSpPr/>
                    <p:nvPr/>
                  </p:nvSpPr>
                  <p:spPr>
                    <a:xfrm flipH="1">
                      <a:off x="7586648" y="2134689"/>
                      <a:ext cx="70438" cy="49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2" h="758" extrusionOk="0">
                          <a:moveTo>
                            <a:pt x="623" y="0"/>
                          </a:moveTo>
                          <a:lnTo>
                            <a:pt x="0" y="757"/>
                          </a:lnTo>
                          <a:lnTo>
                            <a:pt x="442" y="757"/>
                          </a:lnTo>
                          <a:lnTo>
                            <a:pt x="1072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1" name="Google Shape;1131;p33"/>
                    <p:cNvSpPr/>
                    <p:nvPr/>
                  </p:nvSpPr>
                  <p:spPr>
                    <a:xfrm flipH="1">
                      <a:off x="7533361" y="2134689"/>
                      <a:ext cx="70044" cy="49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66" h="758" extrusionOk="0">
                          <a:moveTo>
                            <a:pt x="623" y="0"/>
                          </a:moveTo>
                          <a:lnTo>
                            <a:pt x="0" y="757"/>
                          </a:lnTo>
                          <a:lnTo>
                            <a:pt x="442" y="757"/>
                          </a:lnTo>
                          <a:lnTo>
                            <a:pt x="1065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2" name="Google Shape;1132;p33"/>
                    <p:cNvSpPr/>
                    <p:nvPr/>
                  </p:nvSpPr>
                  <p:spPr>
                    <a:xfrm flipH="1">
                      <a:off x="7288670" y="2376292"/>
                      <a:ext cx="136080" cy="220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71" h="336" extrusionOk="0">
                          <a:moveTo>
                            <a:pt x="1" y="1"/>
                          </a:moveTo>
                          <a:lnTo>
                            <a:pt x="1" y="335"/>
                          </a:lnTo>
                          <a:lnTo>
                            <a:pt x="2070" y="335"/>
                          </a:lnTo>
                          <a:lnTo>
                            <a:pt x="2070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3" name="Google Shape;1133;p33"/>
                    <p:cNvSpPr/>
                    <p:nvPr/>
                  </p:nvSpPr>
                  <p:spPr>
                    <a:xfrm flipH="1">
                      <a:off x="7194054" y="2376292"/>
                      <a:ext cx="68270" cy="220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39" h="336" extrusionOk="0">
                          <a:moveTo>
                            <a:pt x="0" y="1"/>
                          </a:moveTo>
                          <a:lnTo>
                            <a:pt x="0" y="335"/>
                          </a:lnTo>
                          <a:lnTo>
                            <a:pt x="1038" y="335"/>
                          </a:lnTo>
                          <a:lnTo>
                            <a:pt x="1038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4" name="Google Shape;1134;p33"/>
                    <p:cNvSpPr/>
                    <p:nvPr/>
                  </p:nvSpPr>
                  <p:spPr>
                    <a:xfrm flipH="1">
                      <a:off x="7152266" y="2376292"/>
                      <a:ext cx="21618" cy="2207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9" h="336" extrusionOk="0">
                          <a:moveTo>
                            <a:pt x="0" y="1"/>
                          </a:moveTo>
                          <a:lnTo>
                            <a:pt x="0" y="335"/>
                          </a:lnTo>
                          <a:lnTo>
                            <a:pt x="329" y="335"/>
                          </a:lnTo>
                          <a:lnTo>
                            <a:pt x="329" y="1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5" name="Google Shape;1135;p33"/>
                    <p:cNvSpPr/>
                    <p:nvPr/>
                  </p:nvSpPr>
                  <p:spPr>
                    <a:xfrm flipH="1">
                      <a:off x="7037393" y="2113138"/>
                      <a:ext cx="943625" cy="278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61" h="4240" extrusionOk="0">
                          <a:moveTo>
                            <a:pt x="134" y="0"/>
                          </a:moveTo>
                          <a:lnTo>
                            <a:pt x="0" y="134"/>
                          </a:lnTo>
                          <a:lnTo>
                            <a:pt x="2579" y="2706"/>
                          </a:lnTo>
                          <a:lnTo>
                            <a:pt x="12700" y="2706"/>
                          </a:lnTo>
                          <a:lnTo>
                            <a:pt x="14227" y="4240"/>
                          </a:lnTo>
                          <a:lnTo>
                            <a:pt x="14361" y="4106"/>
                          </a:lnTo>
                          <a:lnTo>
                            <a:pt x="12773" y="2525"/>
                          </a:lnTo>
                          <a:lnTo>
                            <a:pt x="2653" y="2525"/>
                          </a:lnTo>
                          <a:lnTo>
                            <a:pt x="134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6" name="Google Shape;1136;p33"/>
                    <p:cNvSpPr/>
                    <p:nvPr/>
                  </p:nvSpPr>
                  <p:spPr>
                    <a:xfrm flipH="1">
                      <a:off x="5541930" y="2852926"/>
                      <a:ext cx="473620" cy="4736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08" h="7208" fill="none" extrusionOk="0">
                          <a:moveTo>
                            <a:pt x="7208" y="3604"/>
                          </a:moveTo>
                          <a:cubicBezTo>
                            <a:pt x="7208" y="5593"/>
                            <a:pt x="5593" y="7207"/>
                            <a:pt x="3604" y="7207"/>
                          </a:cubicBezTo>
                          <a:cubicBezTo>
                            <a:pt x="1615" y="7207"/>
                            <a:pt x="1" y="5593"/>
                            <a:pt x="1" y="3604"/>
                          </a:cubicBezTo>
                          <a:cubicBezTo>
                            <a:pt x="1" y="1615"/>
                            <a:pt x="1615" y="0"/>
                            <a:pt x="3604" y="0"/>
                          </a:cubicBezTo>
                          <a:cubicBezTo>
                            <a:pt x="5593" y="0"/>
                            <a:pt x="7208" y="1615"/>
                            <a:pt x="7208" y="3604"/>
                          </a:cubicBez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dk2"/>
                      </a:solidFill>
                      <a:prstDash val="solid"/>
                      <a:miter lim="6698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7" name="Google Shape;1137;p33"/>
                    <p:cNvSpPr/>
                    <p:nvPr/>
                  </p:nvSpPr>
                  <p:spPr>
                    <a:xfrm flipH="1">
                      <a:off x="5644044" y="2750818"/>
                      <a:ext cx="136015" cy="216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70" h="329" extrusionOk="0">
                          <a:moveTo>
                            <a:pt x="0" y="1"/>
                          </a:moveTo>
                          <a:lnTo>
                            <a:pt x="0" y="329"/>
                          </a:lnTo>
                          <a:lnTo>
                            <a:pt x="2070" y="329"/>
                          </a:lnTo>
                          <a:lnTo>
                            <a:pt x="2070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8" name="Google Shape;1138;p33"/>
                    <p:cNvSpPr/>
                    <p:nvPr/>
                  </p:nvSpPr>
                  <p:spPr>
                    <a:xfrm flipH="1">
                      <a:off x="5549823" y="2750818"/>
                      <a:ext cx="67876" cy="216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33" h="329" extrusionOk="0">
                          <a:moveTo>
                            <a:pt x="1" y="1"/>
                          </a:moveTo>
                          <a:lnTo>
                            <a:pt x="1" y="329"/>
                          </a:lnTo>
                          <a:lnTo>
                            <a:pt x="1032" y="329"/>
                          </a:lnTo>
                          <a:lnTo>
                            <a:pt x="1032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39" name="Google Shape;1139;p33"/>
                    <p:cNvSpPr/>
                    <p:nvPr/>
                  </p:nvSpPr>
                  <p:spPr>
                    <a:xfrm flipH="1">
                      <a:off x="5508035" y="2750818"/>
                      <a:ext cx="21618" cy="216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9" h="329" extrusionOk="0">
                          <a:moveTo>
                            <a:pt x="0" y="1"/>
                          </a:moveTo>
                          <a:lnTo>
                            <a:pt x="0" y="329"/>
                          </a:lnTo>
                          <a:lnTo>
                            <a:pt x="328" y="329"/>
                          </a:lnTo>
                          <a:lnTo>
                            <a:pt x="328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0" name="Google Shape;1140;p33"/>
                    <p:cNvSpPr/>
                    <p:nvPr/>
                  </p:nvSpPr>
                  <p:spPr>
                    <a:xfrm flipH="1">
                      <a:off x="5497455" y="3319441"/>
                      <a:ext cx="67876" cy="110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33" h="168" extrusionOk="0">
                          <a:moveTo>
                            <a:pt x="1" y="0"/>
                          </a:moveTo>
                          <a:lnTo>
                            <a:pt x="1" y="168"/>
                          </a:lnTo>
                          <a:lnTo>
                            <a:pt x="1032" y="168"/>
                          </a:lnTo>
                          <a:lnTo>
                            <a:pt x="1032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1" name="Google Shape;1141;p33"/>
                    <p:cNvSpPr/>
                    <p:nvPr/>
                  </p:nvSpPr>
                  <p:spPr>
                    <a:xfrm flipH="1">
                      <a:off x="5450410" y="3319441"/>
                      <a:ext cx="33905" cy="110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6" h="168" extrusionOk="0">
                          <a:moveTo>
                            <a:pt x="0" y="0"/>
                          </a:moveTo>
                          <a:lnTo>
                            <a:pt x="0" y="168"/>
                          </a:lnTo>
                          <a:lnTo>
                            <a:pt x="516" y="168"/>
                          </a:lnTo>
                          <a:lnTo>
                            <a:pt x="516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2" name="Google Shape;1142;p33"/>
                    <p:cNvSpPr/>
                    <p:nvPr/>
                  </p:nvSpPr>
                  <p:spPr>
                    <a:xfrm flipH="1">
                      <a:off x="5429253" y="3319441"/>
                      <a:ext cx="11105" cy="110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9" h="168" extrusionOk="0">
                          <a:moveTo>
                            <a:pt x="1" y="0"/>
                          </a:moveTo>
                          <a:lnTo>
                            <a:pt x="1" y="168"/>
                          </a:lnTo>
                          <a:lnTo>
                            <a:pt x="168" y="168"/>
                          </a:lnTo>
                          <a:lnTo>
                            <a:pt x="168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3" name="Google Shape;1143;p33"/>
                    <p:cNvSpPr/>
                    <p:nvPr/>
                  </p:nvSpPr>
                  <p:spPr>
                    <a:xfrm flipH="1">
                      <a:off x="6539181" y="3462878"/>
                      <a:ext cx="2308830" cy="191721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138" h="29178" fill="none" extrusionOk="0">
                          <a:moveTo>
                            <a:pt x="35138" y="29177"/>
                          </a:moveTo>
                          <a:lnTo>
                            <a:pt x="29177" y="29177"/>
                          </a:lnTo>
                          <a:lnTo>
                            <a:pt x="0" y="1"/>
                          </a:lnTo>
                        </a:path>
                      </a:pathLst>
                    </a:custGeom>
                    <a:noFill/>
                    <a:ln w="4175" cap="flat" cmpd="sng">
                      <a:solidFill>
                        <a:schemeClr val="dk2"/>
                      </a:solidFill>
                      <a:prstDash val="solid"/>
                      <a:miter lim="6698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4" name="Google Shape;1144;p33"/>
                    <p:cNvSpPr/>
                    <p:nvPr/>
                  </p:nvSpPr>
                  <p:spPr>
                    <a:xfrm flipH="1">
                      <a:off x="7479679" y="2134689"/>
                      <a:ext cx="70044" cy="49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66" h="758" extrusionOk="0">
                          <a:moveTo>
                            <a:pt x="623" y="0"/>
                          </a:moveTo>
                          <a:lnTo>
                            <a:pt x="0" y="757"/>
                          </a:lnTo>
                          <a:lnTo>
                            <a:pt x="442" y="757"/>
                          </a:lnTo>
                          <a:lnTo>
                            <a:pt x="1065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5" name="Google Shape;1145;p33"/>
                    <p:cNvSpPr/>
                    <p:nvPr/>
                  </p:nvSpPr>
                  <p:spPr>
                    <a:xfrm flipH="1">
                      <a:off x="7425997" y="2134689"/>
                      <a:ext cx="70504" cy="49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3" h="758" extrusionOk="0">
                          <a:moveTo>
                            <a:pt x="630" y="0"/>
                          </a:moveTo>
                          <a:lnTo>
                            <a:pt x="1" y="757"/>
                          </a:lnTo>
                          <a:lnTo>
                            <a:pt x="443" y="757"/>
                          </a:lnTo>
                          <a:lnTo>
                            <a:pt x="1073" y="0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46" name="Google Shape;1146;p33"/>
                    <p:cNvSpPr/>
                    <p:nvPr/>
                  </p:nvSpPr>
                  <p:spPr>
                    <a:xfrm flipH="1">
                      <a:off x="6324433" y="3832608"/>
                      <a:ext cx="91136" cy="911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7" h="1387" extrusionOk="0">
                          <a:moveTo>
                            <a:pt x="0" y="0"/>
                          </a:moveTo>
                          <a:lnTo>
                            <a:pt x="0" y="1387"/>
                          </a:lnTo>
                          <a:lnTo>
                            <a:pt x="214" y="1387"/>
                          </a:lnTo>
                          <a:lnTo>
                            <a:pt x="214" y="215"/>
                          </a:lnTo>
                          <a:lnTo>
                            <a:pt x="1387" y="215"/>
                          </a:lnTo>
                          <a:lnTo>
                            <a:pt x="1387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147" name="Google Shape;1147;p33"/>
                <p:cNvGrpSpPr/>
                <p:nvPr/>
              </p:nvGrpSpPr>
              <p:grpSpPr>
                <a:xfrm rot="5400000">
                  <a:off x="-1632178" y="-418802"/>
                  <a:ext cx="3523518" cy="4057831"/>
                  <a:chOff x="-518964" y="-1080787"/>
                  <a:chExt cx="3523518" cy="4057831"/>
                </a:xfrm>
              </p:grpSpPr>
              <p:sp>
                <p:nvSpPr>
                  <p:cNvPr id="1148" name="Google Shape;1148;p33"/>
                  <p:cNvSpPr/>
                  <p:nvPr/>
                </p:nvSpPr>
                <p:spPr>
                  <a:xfrm>
                    <a:off x="25018" y="-805280"/>
                    <a:ext cx="45404" cy="317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837" extrusionOk="0">
                        <a:moveTo>
                          <a:pt x="1" y="1"/>
                        </a:moveTo>
                        <a:lnTo>
                          <a:pt x="1" y="2419"/>
                        </a:lnTo>
                        <a:lnTo>
                          <a:pt x="1" y="4837"/>
                        </a:lnTo>
                        <a:lnTo>
                          <a:pt x="690" y="4147"/>
                        </a:lnTo>
                        <a:lnTo>
                          <a:pt x="690" y="2419"/>
                        </a:lnTo>
                        <a:lnTo>
                          <a:pt x="690" y="690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3"/>
                  <p:cNvSpPr/>
                  <p:nvPr/>
                </p:nvSpPr>
                <p:spPr>
                  <a:xfrm>
                    <a:off x="1579034" y="665098"/>
                    <a:ext cx="224917" cy="224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23" h="3424" extrusionOk="0">
                        <a:moveTo>
                          <a:pt x="0" y="1"/>
                        </a:moveTo>
                        <a:lnTo>
                          <a:pt x="0" y="978"/>
                        </a:lnTo>
                        <a:lnTo>
                          <a:pt x="1226" y="2198"/>
                        </a:lnTo>
                        <a:lnTo>
                          <a:pt x="2452" y="3423"/>
                        </a:lnTo>
                        <a:lnTo>
                          <a:pt x="3423" y="3423"/>
                        </a:lnTo>
                        <a:lnTo>
                          <a:pt x="1715" y="1709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3"/>
                  <p:cNvSpPr/>
                  <p:nvPr/>
                </p:nvSpPr>
                <p:spPr>
                  <a:xfrm>
                    <a:off x="2119862" y="1205139"/>
                    <a:ext cx="92976" cy="92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5" h="1414" extrusionOk="0">
                        <a:moveTo>
                          <a:pt x="711" y="375"/>
                        </a:moveTo>
                        <a:cubicBezTo>
                          <a:pt x="892" y="375"/>
                          <a:pt x="1039" y="522"/>
                          <a:pt x="1039" y="710"/>
                        </a:cubicBezTo>
                        <a:cubicBezTo>
                          <a:pt x="1039" y="891"/>
                          <a:pt x="892" y="1038"/>
                          <a:pt x="711" y="1038"/>
                        </a:cubicBezTo>
                        <a:cubicBezTo>
                          <a:pt x="523" y="1038"/>
                          <a:pt x="376" y="891"/>
                          <a:pt x="376" y="710"/>
                        </a:cubicBezTo>
                        <a:cubicBezTo>
                          <a:pt x="376" y="522"/>
                          <a:pt x="523" y="375"/>
                          <a:pt x="711" y="375"/>
                        </a:cubicBezTo>
                        <a:close/>
                        <a:moveTo>
                          <a:pt x="711" y="0"/>
                        </a:moveTo>
                        <a:cubicBezTo>
                          <a:pt x="316" y="0"/>
                          <a:pt x="1" y="315"/>
                          <a:pt x="1" y="710"/>
                        </a:cubicBezTo>
                        <a:cubicBezTo>
                          <a:pt x="1" y="1098"/>
                          <a:pt x="316" y="1413"/>
                          <a:pt x="711" y="1413"/>
                        </a:cubicBezTo>
                        <a:cubicBezTo>
                          <a:pt x="1099" y="1413"/>
                          <a:pt x="1414" y="1098"/>
                          <a:pt x="1414" y="710"/>
                        </a:cubicBezTo>
                        <a:cubicBezTo>
                          <a:pt x="1414" y="315"/>
                          <a:pt x="1099" y="0"/>
                          <a:pt x="711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3"/>
                  <p:cNvSpPr/>
                  <p:nvPr/>
                </p:nvSpPr>
                <p:spPr>
                  <a:xfrm>
                    <a:off x="-29124" y="-1080787"/>
                    <a:ext cx="93370" cy="92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1" h="1414" extrusionOk="0">
                        <a:moveTo>
                          <a:pt x="711" y="369"/>
                        </a:moveTo>
                        <a:cubicBezTo>
                          <a:pt x="891" y="369"/>
                          <a:pt x="1046" y="523"/>
                          <a:pt x="1046" y="704"/>
                        </a:cubicBezTo>
                        <a:cubicBezTo>
                          <a:pt x="1046" y="891"/>
                          <a:pt x="891" y="1039"/>
                          <a:pt x="711" y="1039"/>
                        </a:cubicBezTo>
                        <a:cubicBezTo>
                          <a:pt x="530" y="1039"/>
                          <a:pt x="376" y="891"/>
                          <a:pt x="376" y="704"/>
                        </a:cubicBezTo>
                        <a:cubicBezTo>
                          <a:pt x="376" y="523"/>
                          <a:pt x="530" y="369"/>
                          <a:pt x="711" y="369"/>
                        </a:cubicBezTo>
                        <a:close/>
                        <a:moveTo>
                          <a:pt x="711" y="1"/>
                        </a:moveTo>
                        <a:cubicBezTo>
                          <a:pt x="322" y="1"/>
                          <a:pt x="1" y="315"/>
                          <a:pt x="1" y="704"/>
                        </a:cubicBezTo>
                        <a:cubicBezTo>
                          <a:pt x="1" y="1092"/>
                          <a:pt x="322" y="1414"/>
                          <a:pt x="711" y="1414"/>
                        </a:cubicBezTo>
                        <a:cubicBezTo>
                          <a:pt x="1099" y="1414"/>
                          <a:pt x="1421" y="1092"/>
                          <a:pt x="1421" y="704"/>
                        </a:cubicBezTo>
                        <a:cubicBezTo>
                          <a:pt x="1421" y="315"/>
                          <a:pt x="1099" y="1"/>
                          <a:pt x="71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3"/>
                  <p:cNvSpPr/>
                  <p:nvPr/>
                </p:nvSpPr>
                <p:spPr>
                  <a:xfrm>
                    <a:off x="5240" y="-1000231"/>
                    <a:ext cx="2150409" cy="22366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7" h="34040" extrusionOk="0">
                        <a:moveTo>
                          <a:pt x="0" y="0"/>
                        </a:moveTo>
                        <a:lnTo>
                          <a:pt x="0" y="9351"/>
                        </a:lnTo>
                        <a:lnTo>
                          <a:pt x="14220" y="23571"/>
                        </a:lnTo>
                        <a:lnTo>
                          <a:pt x="14280" y="23624"/>
                        </a:lnTo>
                        <a:lnTo>
                          <a:pt x="22050" y="23624"/>
                        </a:lnTo>
                        <a:lnTo>
                          <a:pt x="32465" y="34040"/>
                        </a:lnTo>
                        <a:lnTo>
                          <a:pt x="32727" y="33778"/>
                        </a:lnTo>
                        <a:lnTo>
                          <a:pt x="22258" y="23309"/>
                        </a:lnTo>
                        <a:lnTo>
                          <a:pt x="22204" y="23256"/>
                        </a:lnTo>
                        <a:lnTo>
                          <a:pt x="14434" y="23256"/>
                        </a:lnTo>
                        <a:lnTo>
                          <a:pt x="375" y="9197"/>
                        </a:lnTo>
                        <a:lnTo>
                          <a:pt x="37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3"/>
                  <p:cNvSpPr/>
                  <p:nvPr/>
                </p:nvSpPr>
                <p:spPr>
                  <a:xfrm>
                    <a:off x="213397" y="-188691"/>
                    <a:ext cx="572641" cy="570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15" h="8688" extrusionOk="0">
                        <a:moveTo>
                          <a:pt x="0" y="0"/>
                        </a:moveTo>
                        <a:lnTo>
                          <a:pt x="0" y="3892"/>
                        </a:lnTo>
                        <a:lnTo>
                          <a:pt x="4796" y="8688"/>
                        </a:lnTo>
                        <a:lnTo>
                          <a:pt x="8714" y="8688"/>
                        </a:lnTo>
                        <a:lnTo>
                          <a:pt x="8714" y="8540"/>
                        </a:lnTo>
                        <a:lnTo>
                          <a:pt x="4863" y="8540"/>
                        </a:lnTo>
                        <a:lnTo>
                          <a:pt x="148" y="3832"/>
                        </a:lnTo>
                        <a:lnTo>
                          <a:pt x="1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3"/>
                  <p:cNvSpPr/>
                  <p:nvPr/>
                </p:nvSpPr>
                <p:spPr>
                  <a:xfrm>
                    <a:off x="1623451" y="1712983"/>
                    <a:ext cx="45404" cy="3178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4837" extrusionOk="0">
                        <a:moveTo>
                          <a:pt x="691" y="1"/>
                        </a:moveTo>
                        <a:lnTo>
                          <a:pt x="1" y="690"/>
                        </a:lnTo>
                        <a:lnTo>
                          <a:pt x="1" y="2418"/>
                        </a:lnTo>
                        <a:lnTo>
                          <a:pt x="1" y="4153"/>
                        </a:lnTo>
                        <a:lnTo>
                          <a:pt x="691" y="4836"/>
                        </a:lnTo>
                        <a:lnTo>
                          <a:pt x="691" y="2418"/>
                        </a:lnTo>
                        <a:lnTo>
                          <a:pt x="69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3"/>
                  <p:cNvSpPr/>
                  <p:nvPr/>
                </p:nvSpPr>
                <p:spPr>
                  <a:xfrm>
                    <a:off x="-109680" y="335909"/>
                    <a:ext cx="224523" cy="2249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7" h="3424" extrusionOk="0">
                        <a:moveTo>
                          <a:pt x="1" y="0"/>
                        </a:moveTo>
                        <a:lnTo>
                          <a:pt x="1709" y="1708"/>
                        </a:lnTo>
                        <a:lnTo>
                          <a:pt x="3417" y="3423"/>
                        </a:lnTo>
                        <a:lnTo>
                          <a:pt x="3417" y="2445"/>
                        </a:lnTo>
                        <a:lnTo>
                          <a:pt x="2191" y="1226"/>
                        </a:lnTo>
                        <a:lnTo>
                          <a:pt x="972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3"/>
                  <p:cNvSpPr/>
                  <p:nvPr/>
                </p:nvSpPr>
                <p:spPr>
                  <a:xfrm>
                    <a:off x="-518964" y="-72062"/>
                    <a:ext cx="92976" cy="92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5" h="1414" extrusionOk="0">
                        <a:moveTo>
                          <a:pt x="711" y="369"/>
                        </a:moveTo>
                        <a:cubicBezTo>
                          <a:pt x="892" y="369"/>
                          <a:pt x="1046" y="523"/>
                          <a:pt x="1046" y="704"/>
                        </a:cubicBezTo>
                        <a:cubicBezTo>
                          <a:pt x="1046" y="891"/>
                          <a:pt x="892" y="1039"/>
                          <a:pt x="711" y="1039"/>
                        </a:cubicBezTo>
                        <a:cubicBezTo>
                          <a:pt x="523" y="1039"/>
                          <a:pt x="376" y="891"/>
                          <a:pt x="376" y="704"/>
                        </a:cubicBezTo>
                        <a:cubicBezTo>
                          <a:pt x="376" y="523"/>
                          <a:pt x="530" y="369"/>
                          <a:pt x="711" y="369"/>
                        </a:cubicBezTo>
                        <a:close/>
                        <a:moveTo>
                          <a:pt x="711" y="0"/>
                        </a:moveTo>
                        <a:cubicBezTo>
                          <a:pt x="322" y="0"/>
                          <a:pt x="1" y="315"/>
                          <a:pt x="1" y="704"/>
                        </a:cubicBezTo>
                        <a:cubicBezTo>
                          <a:pt x="1" y="1092"/>
                          <a:pt x="322" y="1414"/>
                          <a:pt x="711" y="1414"/>
                        </a:cubicBezTo>
                        <a:cubicBezTo>
                          <a:pt x="1099" y="1414"/>
                          <a:pt x="1414" y="1092"/>
                          <a:pt x="1414" y="704"/>
                        </a:cubicBezTo>
                        <a:cubicBezTo>
                          <a:pt x="1414" y="315"/>
                          <a:pt x="1099" y="0"/>
                          <a:pt x="711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3"/>
                  <p:cNvSpPr/>
                  <p:nvPr/>
                </p:nvSpPr>
                <p:spPr>
                  <a:xfrm>
                    <a:off x="1630088" y="2213797"/>
                    <a:ext cx="92910" cy="92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4" h="1415" extrusionOk="0">
                        <a:moveTo>
                          <a:pt x="703" y="376"/>
                        </a:moveTo>
                        <a:cubicBezTo>
                          <a:pt x="891" y="376"/>
                          <a:pt x="1038" y="523"/>
                          <a:pt x="1038" y="704"/>
                        </a:cubicBezTo>
                        <a:cubicBezTo>
                          <a:pt x="1038" y="892"/>
                          <a:pt x="891" y="1039"/>
                          <a:pt x="703" y="1039"/>
                        </a:cubicBezTo>
                        <a:cubicBezTo>
                          <a:pt x="523" y="1039"/>
                          <a:pt x="375" y="892"/>
                          <a:pt x="375" y="704"/>
                        </a:cubicBezTo>
                        <a:cubicBezTo>
                          <a:pt x="375" y="523"/>
                          <a:pt x="523" y="376"/>
                          <a:pt x="703" y="376"/>
                        </a:cubicBezTo>
                        <a:close/>
                        <a:moveTo>
                          <a:pt x="703" y="1"/>
                        </a:moveTo>
                        <a:cubicBezTo>
                          <a:pt x="315" y="1"/>
                          <a:pt x="0" y="316"/>
                          <a:pt x="0" y="704"/>
                        </a:cubicBezTo>
                        <a:cubicBezTo>
                          <a:pt x="0" y="1099"/>
                          <a:pt x="315" y="1414"/>
                          <a:pt x="703" y="1414"/>
                        </a:cubicBezTo>
                        <a:cubicBezTo>
                          <a:pt x="1099" y="1414"/>
                          <a:pt x="1413" y="1099"/>
                          <a:pt x="1413" y="704"/>
                        </a:cubicBezTo>
                        <a:cubicBezTo>
                          <a:pt x="1413" y="316"/>
                          <a:pt x="1099" y="1"/>
                          <a:pt x="703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3"/>
                  <p:cNvSpPr/>
                  <p:nvPr/>
                </p:nvSpPr>
                <p:spPr>
                  <a:xfrm>
                    <a:off x="-461734" y="-10890"/>
                    <a:ext cx="2150409" cy="22371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27" h="34047" extrusionOk="0">
                        <a:moveTo>
                          <a:pt x="268" y="0"/>
                        </a:moveTo>
                        <a:lnTo>
                          <a:pt x="1" y="268"/>
                        </a:lnTo>
                        <a:lnTo>
                          <a:pt x="10476" y="10737"/>
                        </a:lnTo>
                        <a:lnTo>
                          <a:pt x="10530" y="10791"/>
                        </a:lnTo>
                        <a:lnTo>
                          <a:pt x="18299" y="10791"/>
                        </a:lnTo>
                        <a:lnTo>
                          <a:pt x="32359" y="24850"/>
                        </a:lnTo>
                        <a:lnTo>
                          <a:pt x="32359" y="34046"/>
                        </a:lnTo>
                        <a:lnTo>
                          <a:pt x="32727" y="34046"/>
                        </a:lnTo>
                        <a:lnTo>
                          <a:pt x="32727" y="24696"/>
                        </a:lnTo>
                        <a:lnTo>
                          <a:pt x="18507" y="10469"/>
                        </a:lnTo>
                        <a:lnTo>
                          <a:pt x="18454" y="10416"/>
                        </a:lnTo>
                        <a:lnTo>
                          <a:pt x="10684" y="10416"/>
                        </a:lnTo>
                        <a:lnTo>
                          <a:pt x="26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3"/>
                  <p:cNvSpPr/>
                  <p:nvPr/>
                </p:nvSpPr>
                <p:spPr>
                  <a:xfrm>
                    <a:off x="908306" y="843359"/>
                    <a:ext cx="572181" cy="571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08" h="8695" extrusionOk="0">
                        <a:moveTo>
                          <a:pt x="0" y="0"/>
                        </a:moveTo>
                        <a:lnTo>
                          <a:pt x="0" y="154"/>
                        </a:lnTo>
                        <a:lnTo>
                          <a:pt x="3852" y="154"/>
                        </a:lnTo>
                        <a:lnTo>
                          <a:pt x="8560" y="4863"/>
                        </a:lnTo>
                        <a:lnTo>
                          <a:pt x="8560" y="8694"/>
                        </a:lnTo>
                        <a:lnTo>
                          <a:pt x="8708" y="8694"/>
                        </a:lnTo>
                        <a:lnTo>
                          <a:pt x="8708" y="4803"/>
                        </a:lnTo>
                        <a:lnTo>
                          <a:pt x="3912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0" name="Google Shape;1160;p33"/>
                  <p:cNvSpPr/>
                  <p:nvPr/>
                </p:nvSpPr>
                <p:spPr>
                  <a:xfrm>
                    <a:off x="-147921" y="1021161"/>
                    <a:ext cx="1379792" cy="19224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99" h="29258" extrusionOk="0">
                        <a:moveTo>
                          <a:pt x="0" y="0"/>
                        </a:moveTo>
                        <a:lnTo>
                          <a:pt x="0" y="5399"/>
                        </a:lnTo>
                        <a:lnTo>
                          <a:pt x="9974" y="5399"/>
                        </a:lnTo>
                        <a:lnTo>
                          <a:pt x="16142" y="11561"/>
                        </a:lnTo>
                        <a:lnTo>
                          <a:pt x="16142" y="24569"/>
                        </a:lnTo>
                        <a:lnTo>
                          <a:pt x="20831" y="29257"/>
                        </a:lnTo>
                        <a:lnTo>
                          <a:pt x="20998" y="29090"/>
                        </a:lnTo>
                        <a:lnTo>
                          <a:pt x="16377" y="24475"/>
                        </a:lnTo>
                        <a:lnTo>
                          <a:pt x="16377" y="11467"/>
                        </a:lnTo>
                        <a:lnTo>
                          <a:pt x="10107" y="5198"/>
                        </a:lnTo>
                        <a:lnTo>
                          <a:pt x="10074" y="5164"/>
                        </a:lnTo>
                        <a:lnTo>
                          <a:pt x="235" y="5164"/>
                        </a:lnTo>
                        <a:lnTo>
                          <a:pt x="23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1" name="Google Shape;1161;p33"/>
                  <p:cNvSpPr/>
                  <p:nvPr/>
                </p:nvSpPr>
                <p:spPr>
                  <a:xfrm>
                    <a:off x="601983" y="1455940"/>
                    <a:ext cx="237730" cy="237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8" h="3618" extrusionOk="0">
                        <a:moveTo>
                          <a:pt x="1" y="1"/>
                        </a:moveTo>
                        <a:lnTo>
                          <a:pt x="1" y="1032"/>
                        </a:lnTo>
                        <a:lnTo>
                          <a:pt x="1293" y="2325"/>
                        </a:lnTo>
                        <a:lnTo>
                          <a:pt x="2586" y="3618"/>
                        </a:lnTo>
                        <a:lnTo>
                          <a:pt x="3618" y="3618"/>
                        </a:lnTo>
                        <a:lnTo>
                          <a:pt x="1809" y="1809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2" name="Google Shape;1162;p33"/>
                  <p:cNvSpPr/>
                  <p:nvPr/>
                </p:nvSpPr>
                <p:spPr>
                  <a:xfrm>
                    <a:off x="-169078" y="970501"/>
                    <a:ext cx="58151" cy="586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892" extrusionOk="0">
                        <a:moveTo>
                          <a:pt x="443" y="235"/>
                        </a:moveTo>
                        <a:cubicBezTo>
                          <a:pt x="557" y="235"/>
                          <a:pt x="650" y="329"/>
                          <a:pt x="650" y="450"/>
                        </a:cubicBezTo>
                        <a:cubicBezTo>
                          <a:pt x="650" y="564"/>
                          <a:pt x="557" y="657"/>
                          <a:pt x="443" y="657"/>
                        </a:cubicBezTo>
                        <a:cubicBezTo>
                          <a:pt x="322" y="657"/>
                          <a:pt x="228" y="564"/>
                          <a:pt x="228" y="450"/>
                        </a:cubicBezTo>
                        <a:cubicBezTo>
                          <a:pt x="228" y="329"/>
                          <a:pt x="322" y="235"/>
                          <a:pt x="443" y="235"/>
                        </a:cubicBezTo>
                        <a:close/>
                        <a:moveTo>
                          <a:pt x="443" y="1"/>
                        </a:moveTo>
                        <a:cubicBezTo>
                          <a:pt x="195" y="1"/>
                          <a:pt x="1" y="202"/>
                          <a:pt x="1" y="450"/>
                        </a:cubicBezTo>
                        <a:cubicBezTo>
                          <a:pt x="1" y="691"/>
                          <a:pt x="195" y="892"/>
                          <a:pt x="443" y="892"/>
                        </a:cubicBezTo>
                        <a:cubicBezTo>
                          <a:pt x="684" y="892"/>
                          <a:pt x="885" y="691"/>
                          <a:pt x="885" y="450"/>
                        </a:cubicBezTo>
                        <a:cubicBezTo>
                          <a:pt x="885" y="202"/>
                          <a:pt x="684" y="1"/>
                          <a:pt x="443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3" name="Google Shape;1163;p33"/>
                  <p:cNvSpPr/>
                  <p:nvPr/>
                </p:nvSpPr>
                <p:spPr>
                  <a:xfrm>
                    <a:off x="1207991" y="2918893"/>
                    <a:ext cx="58151" cy="5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885" extrusionOk="0">
                        <a:moveTo>
                          <a:pt x="443" y="234"/>
                        </a:moveTo>
                        <a:cubicBezTo>
                          <a:pt x="557" y="234"/>
                          <a:pt x="650" y="328"/>
                          <a:pt x="650" y="442"/>
                        </a:cubicBezTo>
                        <a:cubicBezTo>
                          <a:pt x="650" y="556"/>
                          <a:pt x="557" y="650"/>
                          <a:pt x="443" y="650"/>
                        </a:cubicBezTo>
                        <a:cubicBezTo>
                          <a:pt x="329" y="650"/>
                          <a:pt x="235" y="556"/>
                          <a:pt x="235" y="442"/>
                        </a:cubicBezTo>
                        <a:cubicBezTo>
                          <a:pt x="235" y="328"/>
                          <a:pt x="329" y="234"/>
                          <a:pt x="443" y="234"/>
                        </a:cubicBezTo>
                        <a:close/>
                        <a:moveTo>
                          <a:pt x="443" y="0"/>
                        </a:moveTo>
                        <a:cubicBezTo>
                          <a:pt x="195" y="0"/>
                          <a:pt x="1" y="194"/>
                          <a:pt x="1" y="442"/>
                        </a:cubicBezTo>
                        <a:cubicBezTo>
                          <a:pt x="1" y="683"/>
                          <a:pt x="195" y="884"/>
                          <a:pt x="443" y="884"/>
                        </a:cubicBezTo>
                        <a:cubicBezTo>
                          <a:pt x="684" y="884"/>
                          <a:pt x="885" y="683"/>
                          <a:pt x="885" y="442"/>
                        </a:cubicBezTo>
                        <a:cubicBezTo>
                          <a:pt x="885" y="194"/>
                          <a:pt x="684" y="0"/>
                          <a:pt x="443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4" name="Google Shape;1164;p33"/>
                  <p:cNvSpPr/>
                  <p:nvPr/>
                </p:nvSpPr>
                <p:spPr>
                  <a:xfrm>
                    <a:off x="918424" y="1989344"/>
                    <a:ext cx="497406" cy="7047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0" h="10725" extrusionOk="0">
                        <a:moveTo>
                          <a:pt x="67" y="1"/>
                        </a:moveTo>
                        <a:lnTo>
                          <a:pt x="0" y="68"/>
                        </a:lnTo>
                        <a:lnTo>
                          <a:pt x="4508" y="4576"/>
                        </a:lnTo>
                        <a:lnTo>
                          <a:pt x="4508" y="7730"/>
                        </a:lnTo>
                        <a:lnTo>
                          <a:pt x="7502" y="10724"/>
                        </a:lnTo>
                        <a:lnTo>
                          <a:pt x="7569" y="10657"/>
                        </a:lnTo>
                        <a:lnTo>
                          <a:pt x="4602" y="7697"/>
                        </a:lnTo>
                        <a:lnTo>
                          <a:pt x="4602" y="4535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5" name="Google Shape;1165;p33"/>
                  <p:cNvSpPr/>
                  <p:nvPr/>
                </p:nvSpPr>
                <p:spPr>
                  <a:xfrm>
                    <a:off x="-142205" y="1158881"/>
                    <a:ext cx="355675" cy="209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13" h="3183" extrusionOk="0">
                        <a:moveTo>
                          <a:pt x="67" y="1"/>
                        </a:moveTo>
                        <a:lnTo>
                          <a:pt x="0" y="68"/>
                        </a:lnTo>
                        <a:lnTo>
                          <a:pt x="1614" y="1682"/>
                        </a:lnTo>
                        <a:lnTo>
                          <a:pt x="3845" y="1682"/>
                        </a:lnTo>
                        <a:lnTo>
                          <a:pt x="5345" y="3182"/>
                        </a:lnTo>
                        <a:lnTo>
                          <a:pt x="5412" y="3115"/>
                        </a:lnTo>
                        <a:lnTo>
                          <a:pt x="3885" y="1588"/>
                        </a:lnTo>
                        <a:lnTo>
                          <a:pt x="1648" y="1588"/>
                        </a:lnTo>
                        <a:lnTo>
                          <a:pt x="6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6" name="Google Shape;1166;p33"/>
                  <p:cNvSpPr/>
                  <p:nvPr/>
                </p:nvSpPr>
                <p:spPr>
                  <a:xfrm>
                    <a:off x="2757146" y="654125"/>
                    <a:ext cx="15507" cy="950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" h="1447" extrusionOk="0">
                        <a:moveTo>
                          <a:pt x="1" y="0"/>
                        </a:moveTo>
                        <a:lnTo>
                          <a:pt x="1" y="1447"/>
                        </a:lnTo>
                        <a:lnTo>
                          <a:pt x="235" y="1447"/>
                        </a:lnTo>
                        <a:lnTo>
                          <a:pt x="23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7" name="Google Shape;1167;p33"/>
                  <p:cNvSpPr/>
                  <p:nvPr/>
                </p:nvSpPr>
                <p:spPr>
                  <a:xfrm>
                    <a:off x="2717131" y="694140"/>
                    <a:ext cx="95539" cy="150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4" h="229" extrusionOk="0">
                        <a:moveTo>
                          <a:pt x="0" y="1"/>
                        </a:moveTo>
                        <a:lnTo>
                          <a:pt x="0" y="228"/>
                        </a:lnTo>
                        <a:lnTo>
                          <a:pt x="1454" y="228"/>
                        </a:lnTo>
                        <a:lnTo>
                          <a:pt x="145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8" name="Google Shape;1168;p33"/>
                  <p:cNvSpPr/>
                  <p:nvPr/>
                </p:nvSpPr>
                <p:spPr>
                  <a:xfrm>
                    <a:off x="2555165" y="654125"/>
                    <a:ext cx="92450" cy="65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" h="999" extrusionOk="0">
                        <a:moveTo>
                          <a:pt x="824" y="0"/>
                        </a:moveTo>
                        <a:lnTo>
                          <a:pt x="0" y="998"/>
                        </a:lnTo>
                        <a:lnTo>
                          <a:pt x="583" y="998"/>
                        </a:lnTo>
                        <a:lnTo>
                          <a:pt x="140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9" name="Google Shape;1169;p33"/>
                  <p:cNvSpPr/>
                  <p:nvPr/>
                </p:nvSpPr>
                <p:spPr>
                  <a:xfrm>
                    <a:off x="2484268" y="654125"/>
                    <a:ext cx="92976" cy="65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5" h="999" extrusionOk="0">
                        <a:moveTo>
                          <a:pt x="825" y="0"/>
                        </a:moveTo>
                        <a:lnTo>
                          <a:pt x="1" y="998"/>
                        </a:lnTo>
                        <a:lnTo>
                          <a:pt x="590" y="998"/>
                        </a:lnTo>
                        <a:lnTo>
                          <a:pt x="141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0" name="Google Shape;1170;p33"/>
                  <p:cNvSpPr/>
                  <p:nvPr/>
                </p:nvSpPr>
                <p:spPr>
                  <a:xfrm>
                    <a:off x="2413897" y="654125"/>
                    <a:ext cx="92450" cy="65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" h="999" extrusionOk="0">
                        <a:moveTo>
                          <a:pt x="824" y="0"/>
                        </a:moveTo>
                        <a:lnTo>
                          <a:pt x="0" y="998"/>
                        </a:lnTo>
                        <a:lnTo>
                          <a:pt x="583" y="998"/>
                        </a:lnTo>
                        <a:lnTo>
                          <a:pt x="140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1" name="Google Shape;1171;p33"/>
                  <p:cNvSpPr/>
                  <p:nvPr/>
                </p:nvSpPr>
                <p:spPr>
                  <a:xfrm>
                    <a:off x="2343000" y="654125"/>
                    <a:ext cx="92976" cy="65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15" h="999" extrusionOk="0">
                        <a:moveTo>
                          <a:pt x="825" y="0"/>
                        </a:moveTo>
                        <a:lnTo>
                          <a:pt x="1" y="998"/>
                        </a:lnTo>
                        <a:lnTo>
                          <a:pt x="590" y="998"/>
                        </a:lnTo>
                        <a:lnTo>
                          <a:pt x="141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2" name="Google Shape;1172;p33"/>
                  <p:cNvSpPr/>
                  <p:nvPr/>
                </p:nvSpPr>
                <p:spPr>
                  <a:xfrm>
                    <a:off x="2272628" y="654125"/>
                    <a:ext cx="92450" cy="65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" h="999" extrusionOk="0">
                        <a:moveTo>
                          <a:pt x="824" y="0"/>
                        </a:moveTo>
                        <a:lnTo>
                          <a:pt x="0" y="998"/>
                        </a:lnTo>
                        <a:lnTo>
                          <a:pt x="583" y="998"/>
                        </a:lnTo>
                        <a:lnTo>
                          <a:pt x="1407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3" name="Google Shape;1173;p33"/>
                  <p:cNvSpPr/>
                  <p:nvPr/>
                </p:nvSpPr>
                <p:spPr>
                  <a:xfrm>
                    <a:off x="2090819" y="371982"/>
                    <a:ext cx="179644" cy="28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34" h="437" extrusionOk="0">
                        <a:moveTo>
                          <a:pt x="1" y="1"/>
                        </a:moveTo>
                        <a:lnTo>
                          <a:pt x="1" y="436"/>
                        </a:lnTo>
                        <a:lnTo>
                          <a:pt x="2734" y="436"/>
                        </a:lnTo>
                        <a:lnTo>
                          <a:pt x="273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4" name="Google Shape;1174;p33"/>
                  <p:cNvSpPr/>
                  <p:nvPr/>
                </p:nvSpPr>
                <p:spPr>
                  <a:xfrm>
                    <a:off x="1966306" y="371982"/>
                    <a:ext cx="89822" cy="28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7" h="437" extrusionOk="0">
                        <a:moveTo>
                          <a:pt x="0" y="1"/>
                        </a:moveTo>
                        <a:lnTo>
                          <a:pt x="0" y="436"/>
                        </a:lnTo>
                        <a:lnTo>
                          <a:pt x="1367" y="436"/>
                        </a:lnTo>
                        <a:lnTo>
                          <a:pt x="136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5" name="Google Shape;1175;p33"/>
                  <p:cNvSpPr/>
                  <p:nvPr/>
                </p:nvSpPr>
                <p:spPr>
                  <a:xfrm>
                    <a:off x="1910850" y="371982"/>
                    <a:ext cx="29108" cy="28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3" h="437" extrusionOk="0">
                        <a:moveTo>
                          <a:pt x="0" y="1"/>
                        </a:moveTo>
                        <a:lnTo>
                          <a:pt x="0" y="436"/>
                        </a:lnTo>
                        <a:lnTo>
                          <a:pt x="443" y="436"/>
                        </a:lnTo>
                        <a:lnTo>
                          <a:pt x="443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6" name="Google Shape;1176;p33"/>
                  <p:cNvSpPr/>
                  <p:nvPr/>
                </p:nvSpPr>
                <p:spPr>
                  <a:xfrm>
                    <a:off x="1759923" y="380786"/>
                    <a:ext cx="1244631" cy="3671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2" h="5587" extrusionOk="0">
                        <a:moveTo>
                          <a:pt x="174" y="1"/>
                        </a:moveTo>
                        <a:lnTo>
                          <a:pt x="0" y="175"/>
                        </a:lnTo>
                        <a:lnTo>
                          <a:pt x="2090" y="2258"/>
                        </a:lnTo>
                        <a:lnTo>
                          <a:pt x="15439" y="2258"/>
                        </a:lnTo>
                        <a:lnTo>
                          <a:pt x="18768" y="5587"/>
                        </a:lnTo>
                        <a:lnTo>
                          <a:pt x="18942" y="5413"/>
                        </a:lnTo>
                        <a:lnTo>
                          <a:pt x="15539" y="2017"/>
                        </a:lnTo>
                        <a:lnTo>
                          <a:pt x="2190" y="2017"/>
                        </a:lnTo>
                        <a:lnTo>
                          <a:pt x="174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177" name="Google Shape;1177;p33"/>
                  <p:cNvGrpSpPr/>
                  <p:nvPr/>
                </p:nvGrpSpPr>
                <p:grpSpPr>
                  <a:xfrm>
                    <a:off x="906072" y="1190552"/>
                    <a:ext cx="1033430" cy="391808"/>
                    <a:chOff x="906072" y="1190552"/>
                    <a:chExt cx="1033430" cy="391808"/>
                  </a:xfrm>
                </p:grpSpPr>
                <p:sp>
                  <p:nvSpPr>
                    <p:cNvPr id="1178" name="Google Shape;1178;p33"/>
                    <p:cNvSpPr/>
                    <p:nvPr/>
                  </p:nvSpPr>
                  <p:spPr>
                    <a:xfrm>
                      <a:off x="1054436" y="1529465"/>
                      <a:ext cx="52435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8" h="798" extrusionOk="0">
                          <a:moveTo>
                            <a:pt x="690" y="0"/>
                          </a:moveTo>
                          <a:lnTo>
                            <a:pt x="0" y="690"/>
                          </a:lnTo>
                          <a:lnTo>
                            <a:pt x="107" y="798"/>
                          </a:lnTo>
                          <a:lnTo>
                            <a:pt x="797" y="108"/>
                          </a:lnTo>
                          <a:lnTo>
                            <a:pt x="690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79" name="Google Shape;1179;p33"/>
                    <p:cNvSpPr/>
                    <p:nvPr/>
                  </p:nvSpPr>
                  <p:spPr>
                    <a:xfrm>
                      <a:off x="1054436" y="1529925"/>
                      <a:ext cx="52435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8" h="798" extrusionOk="0">
                          <a:moveTo>
                            <a:pt x="107" y="0"/>
                          </a:moveTo>
                          <a:lnTo>
                            <a:pt x="0" y="107"/>
                          </a:lnTo>
                          <a:lnTo>
                            <a:pt x="690" y="797"/>
                          </a:lnTo>
                          <a:lnTo>
                            <a:pt x="797" y="690"/>
                          </a:lnTo>
                          <a:lnTo>
                            <a:pt x="107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0" name="Google Shape;1180;p33"/>
                    <p:cNvSpPr/>
                    <p:nvPr/>
                  </p:nvSpPr>
                  <p:spPr>
                    <a:xfrm>
                      <a:off x="1201815" y="1529465"/>
                      <a:ext cx="52500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9" h="798" extrusionOk="0">
                          <a:moveTo>
                            <a:pt x="691" y="0"/>
                          </a:moveTo>
                          <a:lnTo>
                            <a:pt x="1" y="690"/>
                          </a:lnTo>
                          <a:lnTo>
                            <a:pt x="115" y="798"/>
                          </a:lnTo>
                          <a:lnTo>
                            <a:pt x="798" y="108"/>
                          </a:lnTo>
                          <a:lnTo>
                            <a:pt x="691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1" name="Google Shape;1181;p33"/>
                    <p:cNvSpPr/>
                    <p:nvPr/>
                  </p:nvSpPr>
                  <p:spPr>
                    <a:xfrm>
                      <a:off x="1201815" y="1529925"/>
                      <a:ext cx="52500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9" h="798" extrusionOk="0">
                          <a:moveTo>
                            <a:pt x="115" y="0"/>
                          </a:moveTo>
                          <a:lnTo>
                            <a:pt x="1" y="107"/>
                          </a:lnTo>
                          <a:lnTo>
                            <a:pt x="691" y="797"/>
                          </a:lnTo>
                          <a:lnTo>
                            <a:pt x="798" y="690"/>
                          </a:lnTo>
                          <a:lnTo>
                            <a:pt x="115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2" name="Google Shape;1182;p33"/>
                    <p:cNvSpPr/>
                    <p:nvPr/>
                  </p:nvSpPr>
                  <p:spPr>
                    <a:xfrm>
                      <a:off x="906072" y="1409288"/>
                      <a:ext cx="52435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8" h="798" extrusionOk="0">
                          <a:moveTo>
                            <a:pt x="691" y="1"/>
                          </a:moveTo>
                          <a:lnTo>
                            <a:pt x="1" y="691"/>
                          </a:lnTo>
                          <a:lnTo>
                            <a:pt x="108" y="798"/>
                          </a:lnTo>
                          <a:lnTo>
                            <a:pt x="798" y="108"/>
                          </a:lnTo>
                          <a:lnTo>
                            <a:pt x="691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3" name="Google Shape;1183;p33"/>
                    <p:cNvSpPr/>
                    <p:nvPr/>
                  </p:nvSpPr>
                  <p:spPr>
                    <a:xfrm>
                      <a:off x="906072" y="1409288"/>
                      <a:ext cx="52435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8" h="798" extrusionOk="0">
                          <a:moveTo>
                            <a:pt x="108" y="1"/>
                          </a:moveTo>
                          <a:lnTo>
                            <a:pt x="1" y="108"/>
                          </a:lnTo>
                          <a:lnTo>
                            <a:pt x="691" y="798"/>
                          </a:lnTo>
                          <a:lnTo>
                            <a:pt x="798" y="691"/>
                          </a:lnTo>
                          <a:lnTo>
                            <a:pt x="108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4" name="Google Shape;1184;p33"/>
                    <p:cNvSpPr/>
                    <p:nvPr/>
                  </p:nvSpPr>
                  <p:spPr>
                    <a:xfrm>
                      <a:off x="1053516" y="1409288"/>
                      <a:ext cx="52435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8" h="798" extrusionOk="0">
                          <a:moveTo>
                            <a:pt x="691" y="1"/>
                          </a:moveTo>
                          <a:lnTo>
                            <a:pt x="1" y="691"/>
                          </a:lnTo>
                          <a:lnTo>
                            <a:pt x="108" y="798"/>
                          </a:lnTo>
                          <a:lnTo>
                            <a:pt x="798" y="108"/>
                          </a:lnTo>
                          <a:lnTo>
                            <a:pt x="691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5" name="Google Shape;1185;p33"/>
                    <p:cNvSpPr/>
                    <p:nvPr/>
                  </p:nvSpPr>
                  <p:spPr>
                    <a:xfrm>
                      <a:off x="1053516" y="1409288"/>
                      <a:ext cx="52435" cy="524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8" h="798" extrusionOk="0">
                          <a:moveTo>
                            <a:pt x="108" y="1"/>
                          </a:moveTo>
                          <a:lnTo>
                            <a:pt x="1" y="108"/>
                          </a:lnTo>
                          <a:lnTo>
                            <a:pt x="691" y="798"/>
                          </a:lnTo>
                          <a:lnTo>
                            <a:pt x="798" y="691"/>
                          </a:lnTo>
                          <a:lnTo>
                            <a:pt x="108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6" name="Google Shape;1186;p33"/>
                    <p:cNvSpPr/>
                    <p:nvPr/>
                  </p:nvSpPr>
                  <p:spPr>
                    <a:xfrm>
                      <a:off x="1759923" y="1190552"/>
                      <a:ext cx="179579" cy="291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3" h="444" extrusionOk="0">
                          <a:moveTo>
                            <a:pt x="0" y="1"/>
                          </a:moveTo>
                          <a:lnTo>
                            <a:pt x="0" y="443"/>
                          </a:lnTo>
                          <a:lnTo>
                            <a:pt x="2733" y="443"/>
                          </a:lnTo>
                          <a:lnTo>
                            <a:pt x="2733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7" name="Google Shape;1187;p33"/>
                    <p:cNvSpPr/>
                    <p:nvPr/>
                  </p:nvSpPr>
                  <p:spPr>
                    <a:xfrm>
                      <a:off x="1635344" y="1190552"/>
                      <a:ext cx="89822" cy="291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7" h="444" extrusionOk="0">
                          <a:moveTo>
                            <a:pt x="0" y="1"/>
                          </a:moveTo>
                          <a:lnTo>
                            <a:pt x="0" y="443"/>
                          </a:lnTo>
                          <a:lnTo>
                            <a:pt x="1367" y="443"/>
                          </a:lnTo>
                          <a:lnTo>
                            <a:pt x="1367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188" name="Google Shape;1188;p33"/>
                    <p:cNvSpPr/>
                    <p:nvPr/>
                  </p:nvSpPr>
                  <p:spPr>
                    <a:xfrm>
                      <a:off x="1580348" y="1190552"/>
                      <a:ext cx="28648" cy="291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6" h="444" extrusionOk="0">
                          <a:moveTo>
                            <a:pt x="0" y="1"/>
                          </a:moveTo>
                          <a:lnTo>
                            <a:pt x="0" y="443"/>
                          </a:lnTo>
                          <a:lnTo>
                            <a:pt x="436" y="443"/>
                          </a:lnTo>
                          <a:lnTo>
                            <a:pt x="436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sp>
            <p:nvSpPr>
              <p:cNvPr id="1189" name="Google Shape;1189;p33"/>
              <p:cNvSpPr/>
              <p:nvPr/>
            </p:nvSpPr>
            <p:spPr>
              <a:xfrm flipH="1">
                <a:off x="-518519" y="-419109"/>
                <a:ext cx="2308830" cy="1917213"/>
              </a:xfrm>
              <a:custGeom>
                <a:avLst/>
                <a:gdLst/>
                <a:ahLst/>
                <a:cxnLst/>
                <a:rect l="l" t="t" r="r" b="b"/>
                <a:pathLst>
                  <a:path w="35138" h="29178" fill="none" extrusionOk="0">
                    <a:moveTo>
                      <a:pt x="35138" y="29177"/>
                    </a:moveTo>
                    <a:lnTo>
                      <a:pt x="29177" y="29177"/>
                    </a:lnTo>
                    <a:lnTo>
                      <a:pt x="0" y="1"/>
                    </a:lnTo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34"/>
          <p:cNvSpPr/>
          <p:nvPr/>
        </p:nvSpPr>
        <p:spPr>
          <a:xfrm>
            <a:off x="-602846" y="3717945"/>
            <a:ext cx="1209938" cy="713912"/>
          </a:xfrm>
          <a:custGeom>
            <a:avLst/>
            <a:gdLst/>
            <a:ahLst/>
            <a:cxnLst/>
            <a:rect l="l" t="t" r="r" b="b"/>
            <a:pathLst>
              <a:path w="18414" h="10865" extrusionOk="0">
                <a:moveTo>
                  <a:pt x="6799" y="1"/>
                </a:moveTo>
                <a:lnTo>
                  <a:pt x="1" y="48"/>
                </a:lnTo>
                <a:lnTo>
                  <a:pt x="7254" y="7295"/>
                </a:lnTo>
                <a:lnTo>
                  <a:pt x="10503" y="7295"/>
                </a:lnTo>
                <a:lnTo>
                  <a:pt x="14080" y="10865"/>
                </a:lnTo>
                <a:lnTo>
                  <a:pt x="18413" y="10865"/>
                </a:lnTo>
                <a:lnTo>
                  <a:pt x="9646" y="2104"/>
                </a:lnTo>
                <a:lnTo>
                  <a:pt x="8895" y="2104"/>
                </a:lnTo>
                <a:lnTo>
                  <a:pt x="67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34"/>
          <p:cNvSpPr/>
          <p:nvPr/>
        </p:nvSpPr>
        <p:spPr>
          <a:xfrm>
            <a:off x="882261" y="4199092"/>
            <a:ext cx="1209478" cy="713912"/>
          </a:xfrm>
          <a:custGeom>
            <a:avLst/>
            <a:gdLst/>
            <a:ahLst/>
            <a:cxnLst/>
            <a:rect l="l" t="t" r="r" b="b"/>
            <a:pathLst>
              <a:path w="18407" h="10865" extrusionOk="0">
                <a:moveTo>
                  <a:pt x="0" y="1"/>
                </a:moveTo>
                <a:lnTo>
                  <a:pt x="8761" y="8768"/>
                </a:lnTo>
                <a:lnTo>
                  <a:pt x="9512" y="8768"/>
                </a:lnTo>
                <a:lnTo>
                  <a:pt x="11608" y="10865"/>
                </a:lnTo>
                <a:lnTo>
                  <a:pt x="18407" y="10824"/>
                </a:lnTo>
                <a:lnTo>
                  <a:pt x="11159" y="3577"/>
                </a:lnTo>
                <a:lnTo>
                  <a:pt x="7904" y="3577"/>
                </a:lnTo>
                <a:lnTo>
                  <a:pt x="43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3" name="Google Shape;1193;p34"/>
          <p:cNvGrpSpPr/>
          <p:nvPr/>
        </p:nvGrpSpPr>
        <p:grpSpPr>
          <a:xfrm>
            <a:off x="-1257297" y="-89868"/>
            <a:ext cx="4070103" cy="7208845"/>
            <a:chOff x="-1257297" y="-89868"/>
            <a:chExt cx="4070103" cy="7208845"/>
          </a:xfrm>
        </p:grpSpPr>
        <p:grpSp>
          <p:nvGrpSpPr>
            <p:cNvPr id="1194" name="Google Shape;1194;p34"/>
            <p:cNvGrpSpPr/>
            <p:nvPr/>
          </p:nvGrpSpPr>
          <p:grpSpPr>
            <a:xfrm rot="10800000" flipH="1">
              <a:off x="-1257297" y="410129"/>
              <a:ext cx="4070103" cy="6708848"/>
              <a:chOff x="5429253" y="-1790991"/>
              <a:chExt cx="4070103" cy="6708848"/>
            </a:xfrm>
          </p:grpSpPr>
          <p:grpSp>
            <p:nvGrpSpPr>
              <p:cNvPr id="1195" name="Google Shape;1195;p34"/>
              <p:cNvGrpSpPr/>
              <p:nvPr/>
            </p:nvGrpSpPr>
            <p:grpSpPr>
              <a:xfrm>
                <a:off x="5787226" y="2742747"/>
                <a:ext cx="2344098" cy="2175110"/>
                <a:chOff x="3605001" y="-1468840"/>
                <a:chExt cx="2344098" cy="2175110"/>
              </a:xfrm>
            </p:grpSpPr>
            <p:sp>
              <p:nvSpPr>
                <p:cNvPr id="1196" name="Google Shape;1196;p34"/>
                <p:cNvSpPr/>
                <p:nvPr/>
              </p:nvSpPr>
              <p:spPr>
                <a:xfrm>
                  <a:off x="3605001" y="-1173490"/>
                  <a:ext cx="62554" cy="62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958" extrusionOk="0">
                      <a:moveTo>
                        <a:pt x="476" y="255"/>
                      </a:moveTo>
                      <a:cubicBezTo>
                        <a:pt x="597" y="255"/>
                        <a:pt x="704" y="355"/>
                        <a:pt x="704" y="476"/>
                      </a:cubicBezTo>
                      <a:cubicBezTo>
                        <a:pt x="704" y="603"/>
                        <a:pt x="597" y="703"/>
                        <a:pt x="476" y="703"/>
                      </a:cubicBezTo>
                      <a:cubicBezTo>
                        <a:pt x="349" y="703"/>
                        <a:pt x="248" y="603"/>
                        <a:pt x="248" y="476"/>
                      </a:cubicBezTo>
                      <a:cubicBezTo>
                        <a:pt x="248" y="355"/>
                        <a:pt x="349" y="255"/>
                        <a:pt x="476" y="255"/>
                      </a:cubicBezTo>
                      <a:close/>
                      <a:moveTo>
                        <a:pt x="476" y="0"/>
                      </a:moveTo>
                      <a:cubicBezTo>
                        <a:pt x="215" y="0"/>
                        <a:pt x="1" y="215"/>
                        <a:pt x="1" y="476"/>
                      </a:cubicBezTo>
                      <a:cubicBezTo>
                        <a:pt x="1" y="744"/>
                        <a:pt x="215" y="958"/>
                        <a:pt x="476" y="958"/>
                      </a:cubicBezTo>
                      <a:cubicBezTo>
                        <a:pt x="737" y="958"/>
                        <a:pt x="952" y="744"/>
                        <a:pt x="952" y="476"/>
                      </a:cubicBezTo>
                      <a:cubicBezTo>
                        <a:pt x="952" y="215"/>
                        <a:pt x="737" y="0"/>
                        <a:pt x="47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34"/>
                <p:cNvSpPr/>
                <p:nvPr/>
              </p:nvSpPr>
              <p:spPr>
                <a:xfrm>
                  <a:off x="3647710" y="-1133015"/>
                  <a:ext cx="1285633" cy="1839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66" h="27992" extrusionOk="0">
                      <a:moveTo>
                        <a:pt x="181" y="0"/>
                      </a:moveTo>
                      <a:lnTo>
                        <a:pt x="0" y="181"/>
                      </a:lnTo>
                      <a:lnTo>
                        <a:pt x="6725" y="6906"/>
                      </a:lnTo>
                      <a:lnTo>
                        <a:pt x="6765" y="6940"/>
                      </a:lnTo>
                      <a:lnTo>
                        <a:pt x="12097" y="6940"/>
                      </a:lnTo>
                      <a:lnTo>
                        <a:pt x="19311" y="14160"/>
                      </a:lnTo>
                      <a:lnTo>
                        <a:pt x="19311" y="16263"/>
                      </a:lnTo>
                      <a:lnTo>
                        <a:pt x="14836" y="20737"/>
                      </a:lnTo>
                      <a:lnTo>
                        <a:pt x="14836" y="24629"/>
                      </a:lnTo>
                      <a:lnTo>
                        <a:pt x="18199" y="27991"/>
                      </a:lnTo>
                      <a:lnTo>
                        <a:pt x="18380" y="27817"/>
                      </a:lnTo>
                      <a:lnTo>
                        <a:pt x="15091" y="24522"/>
                      </a:lnTo>
                      <a:lnTo>
                        <a:pt x="15091" y="20845"/>
                      </a:lnTo>
                      <a:lnTo>
                        <a:pt x="19565" y="16370"/>
                      </a:lnTo>
                      <a:lnTo>
                        <a:pt x="19565" y="14053"/>
                      </a:lnTo>
                      <a:lnTo>
                        <a:pt x="12238" y="6725"/>
                      </a:lnTo>
                      <a:lnTo>
                        <a:pt x="12197" y="6692"/>
                      </a:lnTo>
                      <a:lnTo>
                        <a:pt x="6866" y="6692"/>
                      </a:lnTo>
                      <a:lnTo>
                        <a:pt x="18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8" name="Google Shape;1198;p34"/>
                <p:cNvSpPr/>
                <p:nvPr/>
              </p:nvSpPr>
              <p:spPr>
                <a:xfrm>
                  <a:off x="4462795" y="-1414698"/>
                  <a:ext cx="1486304" cy="2071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20" h="31529" extrusionOk="0">
                      <a:moveTo>
                        <a:pt x="0" y="1"/>
                      </a:moveTo>
                      <a:lnTo>
                        <a:pt x="0" y="5815"/>
                      </a:lnTo>
                      <a:lnTo>
                        <a:pt x="10750" y="5815"/>
                      </a:lnTo>
                      <a:lnTo>
                        <a:pt x="17395" y="12459"/>
                      </a:lnTo>
                      <a:lnTo>
                        <a:pt x="17395" y="26478"/>
                      </a:lnTo>
                      <a:lnTo>
                        <a:pt x="22445" y="31528"/>
                      </a:lnTo>
                      <a:lnTo>
                        <a:pt x="22619" y="31347"/>
                      </a:lnTo>
                      <a:lnTo>
                        <a:pt x="17649" y="26371"/>
                      </a:lnTo>
                      <a:lnTo>
                        <a:pt x="17649" y="12358"/>
                      </a:lnTo>
                      <a:lnTo>
                        <a:pt x="10891" y="5600"/>
                      </a:lnTo>
                      <a:lnTo>
                        <a:pt x="10851" y="5567"/>
                      </a:lnTo>
                      <a:lnTo>
                        <a:pt x="255" y="5567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9" name="Google Shape;1199;p34"/>
                <p:cNvSpPr/>
                <p:nvPr/>
              </p:nvSpPr>
              <p:spPr>
                <a:xfrm>
                  <a:off x="5270783" y="-945949"/>
                  <a:ext cx="255799" cy="255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3" h="3892" extrusionOk="0">
                      <a:moveTo>
                        <a:pt x="1" y="0"/>
                      </a:moveTo>
                      <a:lnTo>
                        <a:pt x="1" y="1105"/>
                      </a:lnTo>
                      <a:lnTo>
                        <a:pt x="1394" y="2498"/>
                      </a:lnTo>
                      <a:lnTo>
                        <a:pt x="2787" y="3892"/>
                      </a:lnTo>
                      <a:lnTo>
                        <a:pt x="3892" y="3892"/>
                      </a:lnTo>
                      <a:lnTo>
                        <a:pt x="1950" y="194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34"/>
                <p:cNvSpPr/>
                <p:nvPr/>
              </p:nvSpPr>
              <p:spPr>
                <a:xfrm>
                  <a:off x="4439863" y="-1468840"/>
                  <a:ext cx="62554" cy="62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" h="952" extrusionOk="0">
                      <a:moveTo>
                        <a:pt x="476" y="249"/>
                      </a:moveTo>
                      <a:cubicBezTo>
                        <a:pt x="597" y="249"/>
                        <a:pt x="697" y="356"/>
                        <a:pt x="697" y="476"/>
                      </a:cubicBezTo>
                      <a:cubicBezTo>
                        <a:pt x="697" y="604"/>
                        <a:pt x="597" y="704"/>
                        <a:pt x="476" y="704"/>
                      </a:cubicBezTo>
                      <a:cubicBezTo>
                        <a:pt x="349" y="704"/>
                        <a:pt x="249" y="604"/>
                        <a:pt x="249" y="476"/>
                      </a:cubicBezTo>
                      <a:cubicBezTo>
                        <a:pt x="249" y="356"/>
                        <a:pt x="349" y="249"/>
                        <a:pt x="476" y="249"/>
                      </a:cubicBezTo>
                      <a:close/>
                      <a:moveTo>
                        <a:pt x="476" y="1"/>
                      </a:moveTo>
                      <a:cubicBezTo>
                        <a:pt x="215" y="1"/>
                        <a:pt x="1" y="215"/>
                        <a:pt x="1" y="476"/>
                      </a:cubicBezTo>
                      <a:cubicBezTo>
                        <a:pt x="1" y="738"/>
                        <a:pt x="215" y="952"/>
                        <a:pt x="476" y="952"/>
                      </a:cubicBezTo>
                      <a:cubicBezTo>
                        <a:pt x="738" y="952"/>
                        <a:pt x="952" y="738"/>
                        <a:pt x="952" y="476"/>
                      </a:cubicBezTo>
                      <a:cubicBezTo>
                        <a:pt x="952" y="215"/>
                        <a:pt x="738" y="1"/>
                        <a:pt x="47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1" name="Google Shape;1201;p34"/>
                <p:cNvSpPr/>
                <p:nvPr/>
              </p:nvSpPr>
              <p:spPr>
                <a:xfrm>
                  <a:off x="4468511" y="-1265939"/>
                  <a:ext cx="383403" cy="224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5" h="3424" extrusionOk="0">
                      <a:moveTo>
                        <a:pt x="74" y="1"/>
                      </a:moveTo>
                      <a:lnTo>
                        <a:pt x="0" y="68"/>
                      </a:lnTo>
                      <a:lnTo>
                        <a:pt x="1742" y="1809"/>
                      </a:lnTo>
                      <a:lnTo>
                        <a:pt x="4146" y="1809"/>
                      </a:lnTo>
                      <a:lnTo>
                        <a:pt x="5767" y="3423"/>
                      </a:lnTo>
                      <a:lnTo>
                        <a:pt x="5834" y="3350"/>
                      </a:lnTo>
                      <a:lnTo>
                        <a:pt x="4193" y="1709"/>
                      </a:lnTo>
                      <a:lnTo>
                        <a:pt x="1782" y="1709"/>
                      </a:lnTo>
                      <a:lnTo>
                        <a:pt x="74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2" name="Google Shape;1202;p34"/>
              <p:cNvGrpSpPr/>
              <p:nvPr/>
            </p:nvGrpSpPr>
            <p:grpSpPr>
              <a:xfrm>
                <a:off x="5429253" y="-1790991"/>
                <a:ext cx="4070103" cy="4809446"/>
                <a:chOff x="5429253" y="-190791"/>
                <a:chExt cx="4070103" cy="4809446"/>
              </a:xfrm>
            </p:grpSpPr>
            <p:sp>
              <p:nvSpPr>
                <p:cNvPr id="1203" name="Google Shape;1203;p34"/>
                <p:cNvSpPr/>
                <p:nvPr/>
              </p:nvSpPr>
              <p:spPr>
                <a:xfrm flipH="1">
                  <a:off x="9419653" y="1640446"/>
                  <a:ext cx="79703" cy="79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3" h="1213" extrusionOk="0">
                      <a:moveTo>
                        <a:pt x="610" y="322"/>
                      </a:moveTo>
                      <a:cubicBezTo>
                        <a:pt x="764" y="322"/>
                        <a:pt x="891" y="449"/>
                        <a:pt x="891" y="610"/>
                      </a:cubicBezTo>
                      <a:cubicBezTo>
                        <a:pt x="891" y="764"/>
                        <a:pt x="764" y="891"/>
                        <a:pt x="610" y="891"/>
                      </a:cubicBezTo>
                      <a:cubicBezTo>
                        <a:pt x="449" y="891"/>
                        <a:pt x="322" y="764"/>
                        <a:pt x="322" y="610"/>
                      </a:cubicBezTo>
                      <a:cubicBezTo>
                        <a:pt x="322" y="449"/>
                        <a:pt x="449" y="322"/>
                        <a:pt x="610" y="322"/>
                      </a:cubicBezTo>
                      <a:close/>
                      <a:moveTo>
                        <a:pt x="610" y="0"/>
                      </a:moveTo>
                      <a:cubicBezTo>
                        <a:pt x="275" y="0"/>
                        <a:pt x="0" y="275"/>
                        <a:pt x="0" y="610"/>
                      </a:cubicBezTo>
                      <a:cubicBezTo>
                        <a:pt x="0" y="938"/>
                        <a:pt x="275" y="1213"/>
                        <a:pt x="610" y="1213"/>
                      </a:cubicBezTo>
                      <a:cubicBezTo>
                        <a:pt x="938" y="1213"/>
                        <a:pt x="1213" y="938"/>
                        <a:pt x="1213" y="610"/>
                      </a:cubicBezTo>
                      <a:cubicBezTo>
                        <a:pt x="1213" y="275"/>
                        <a:pt x="938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4" name="Google Shape;1204;p34"/>
                <p:cNvSpPr/>
                <p:nvPr/>
              </p:nvSpPr>
              <p:spPr>
                <a:xfrm flipH="1">
                  <a:off x="8977771" y="1897029"/>
                  <a:ext cx="484659" cy="2843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6" h="4328" extrusionOk="0">
                      <a:moveTo>
                        <a:pt x="88" y="0"/>
                      </a:moveTo>
                      <a:lnTo>
                        <a:pt x="1" y="87"/>
                      </a:lnTo>
                      <a:lnTo>
                        <a:pt x="2198" y="2284"/>
                      </a:lnTo>
                      <a:lnTo>
                        <a:pt x="5239" y="2284"/>
                      </a:lnTo>
                      <a:lnTo>
                        <a:pt x="7282" y="4327"/>
                      </a:lnTo>
                      <a:lnTo>
                        <a:pt x="7375" y="4240"/>
                      </a:lnTo>
                      <a:lnTo>
                        <a:pt x="5292" y="2157"/>
                      </a:lnTo>
                      <a:lnTo>
                        <a:pt x="2245" y="2157"/>
                      </a:lnTo>
                      <a:lnTo>
                        <a:pt x="8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05" name="Google Shape;1205;p34"/>
                <p:cNvGrpSpPr/>
                <p:nvPr/>
              </p:nvGrpSpPr>
              <p:grpSpPr>
                <a:xfrm>
                  <a:off x="5429253" y="-190791"/>
                  <a:ext cx="4040601" cy="4809446"/>
                  <a:chOff x="5429253" y="-190791"/>
                  <a:chExt cx="4040601" cy="4809446"/>
                </a:xfrm>
              </p:grpSpPr>
              <p:sp>
                <p:nvSpPr>
                  <p:cNvPr id="1206" name="Google Shape;1206;p34"/>
                  <p:cNvSpPr/>
                  <p:nvPr/>
                </p:nvSpPr>
                <p:spPr>
                  <a:xfrm flipH="1">
                    <a:off x="7341040" y="3102019"/>
                    <a:ext cx="20764" cy="1325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6" h="2017" extrusionOk="0">
                        <a:moveTo>
                          <a:pt x="0" y="1"/>
                        </a:moveTo>
                        <a:lnTo>
                          <a:pt x="0" y="2017"/>
                        </a:lnTo>
                        <a:lnTo>
                          <a:pt x="315" y="2017"/>
                        </a:lnTo>
                        <a:lnTo>
                          <a:pt x="315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7" name="Google Shape;1207;p34"/>
                  <p:cNvSpPr/>
                  <p:nvPr/>
                </p:nvSpPr>
                <p:spPr>
                  <a:xfrm flipH="1">
                    <a:off x="7285187" y="3157935"/>
                    <a:ext cx="132532" cy="206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7" h="315" extrusionOk="0">
                        <a:moveTo>
                          <a:pt x="1" y="0"/>
                        </a:moveTo>
                        <a:lnTo>
                          <a:pt x="1" y="315"/>
                        </a:lnTo>
                        <a:lnTo>
                          <a:pt x="2017" y="315"/>
                        </a:lnTo>
                        <a:lnTo>
                          <a:pt x="2017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8" name="Google Shape;1208;p34"/>
                  <p:cNvSpPr/>
                  <p:nvPr/>
                </p:nvSpPr>
                <p:spPr>
                  <a:xfrm flipH="1">
                    <a:off x="5570981" y="3485810"/>
                    <a:ext cx="40082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10" extrusionOk="0">
                        <a:moveTo>
                          <a:pt x="522" y="0"/>
                        </a:moveTo>
                        <a:lnTo>
                          <a:pt x="0" y="523"/>
                        </a:lnTo>
                        <a:lnTo>
                          <a:pt x="87" y="610"/>
                        </a:lnTo>
                        <a:lnTo>
                          <a:pt x="610" y="87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9" name="Google Shape;1209;p34"/>
                  <p:cNvSpPr/>
                  <p:nvPr/>
                </p:nvSpPr>
                <p:spPr>
                  <a:xfrm flipH="1">
                    <a:off x="5570981" y="3486204"/>
                    <a:ext cx="40082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04" extrusionOk="0">
                        <a:moveTo>
                          <a:pt x="87" y="1"/>
                        </a:moveTo>
                        <a:lnTo>
                          <a:pt x="0" y="88"/>
                        </a:lnTo>
                        <a:lnTo>
                          <a:pt x="522" y="604"/>
                        </a:lnTo>
                        <a:lnTo>
                          <a:pt x="610" y="523"/>
                        </a:lnTo>
                        <a:lnTo>
                          <a:pt x="87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0" name="Google Shape;1210;p34"/>
                  <p:cNvSpPr/>
                  <p:nvPr/>
                </p:nvSpPr>
                <p:spPr>
                  <a:xfrm flipH="1">
                    <a:off x="5683207" y="3486204"/>
                    <a:ext cx="39687" cy="40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1" extrusionOk="0">
                        <a:moveTo>
                          <a:pt x="523" y="1"/>
                        </a:moveTo>
                        <a:lnTo>
                          <a:pt x="1" y="523"/>
                        </a:lnTo>
                        <a:lnTo>
                          <a:pt x="81" y="610"/>
                        </a:lnTo>
                        <a:lnTo>
                          <a:pt x="604" y="88"/>
                        </a:lnTo>
                        <a:lnTo>
                          <a:pt x="52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1" name="Google Shape;1211;p34"/>
                  <p:cNvSpPr/>
                  <p:nvPr/>
                </p:nvSpPr>
                <p:spPr>
                  <a:xfrm flipH="1">
                    <a:off x="5683207" y="3486204"/>
                    <a:ext cx="39687" cy="40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1" extrusionOk="0">
                        <a:moveTo>
                          <a:pt x="81" y="1"/>
                        </a:moveTo>
                        <a:lnTo>
                          <a:pt x="1" y="88"/>
                        </a:lnTo>
                        <a:lnTo>
                          <a:pt x="523" y="610"/>
                        </a:lnTo>
                        <a:lnTo>
                          <a:pt x="604" y="523"/>
                        </a:lnTo>
                        <a:lnTo>
                          <a:pt x="8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2" name="Google Shape;1212;p34"/>
                  <p:cNvSpPr/>
                  <p:nvPr/>
                </p:nvSpPr>
                <p:spPr>
                  <a:xfrm flipH="1">
                    <a:off x="5458755" y="3577339"/>
                    <a:ext cx="39687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0" extrusionOk="0">
                        <a:moveTo>
                          <a:pt x="523" y="0"/>
                        </a:moveTo>
                        <a:lnTo>
                          <a:pt x="1" y="523"/>
                        </a:lnTo>
                        <a:lnTo>
                          <a:pt x="81" y="610"/>
                        </a:lnTo>
                        <a:lnTo>
                          <a:pt x="604" y="87"/>
                        </a:lnTo>
                        <a:lnTo>
                          <a:pt x="523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3" name="Google Shape;1213;p34"/>
                  <p:cNvSpPr/>
                  <p:nvPr/>
                </p:nvSpPr>
                <p:spPr>
                  <a:xfrm flipH="1">
                    <a:off x="5458755" y="3577339"/>
                    <a:ext cx="39687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0" extrusionOk="0">
                        <a:moveTo>
                          <a:pt x="81" y="0"/>
                        </a:moveTo>
                        <a:lnTo>
                          <a:pt x="1" y="87"/>
                        </a:lnTo>
                        <a:lnTo>
                          <a:pt x="523" y="610"/>
                        </a:lnTo>
                        <a:lnTo>
                          <a:pt x="604" y="523"/>
                        </a:lnTo>
                        <a:lnTo>
                          <a:pt x="81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4" name="Google Shape;1214;p34"/>
                  <p:cNvSpPr/>
                  <p:nvPr/>
                </p:nvSpPr>
                <p:spPr>
                  <a:xfrm flipH="1">
                    <a:off x="5570521" y="3577799"/>
                    <a:ext cx="39687" cy="396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03" extrusionOk="0">
                        <a:moveTo>
                          <a:pt x="516" y="0"/>
                        </a:moveTo>
                        <a:lnTo>
                          <a:pt x="0" y="522"/>
                        </a:lnTo>
                        <a:lnTo>
                          <a:pt x="81" y="603"/>
                        </a:lnTo>
                        <a:lnTo>
                          <a:pt x="603" y="80"/>
                        </a:lnTo>
                        <a:lnTo>
                          <a:pt x="5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5" name="Google Shape;1215;p34"/>
                  <p:cNvSpPr/>
                  <p:nvPr/>
                </p:nvSpPr>
                <p:spPr>
                  <a:xfrm flipH="1">
                    <a:off x="5570521" y="3577339"/>
                    <a:ext cx="39687" cy="40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10" extrusionOk="0">
                        <a:moveTo>
                          <a:pt x="81" y="0"/>
                        </a:moveTo>
                        <a:lnTo>
                          <a:pt x="0" y="87"/>
                        </a:lnTo>
                        <a:lnTo>
                          <a:pt x="523" y="610"/>
                        </a:lnTo>
                        <a:lnTo>
                          <a:pt x="603" y="523"/>
                        </a:lnTo>
                        <a:lnTo>
                          <a:pt x="81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6" name="Google Shape;1216;p34"/>
                  <p:cNvSpPr/>
                  <p:nvPr/>
                </p:nvSpPr>
                <p:spPr>
                  <a:xfrm flipH="1">
                    <a:off x="6833196" y="1954654"/>
                    <a:ext cx="39687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04" extrusionOk="0">
                        <a:moveTo>
                          <a:pt x="523" y="1"/>
                        </a:moveTo>
                        <a:lnTo>
                          <a:pt x="1" y="523"/>
                        </a:lnTo>
                        <a:lnTo>
                          <a:pt x="81" y="604"/>
                        </a:lnTo>
                        <a:lnTo>
                          <a:pt x="604" y="88"/>
                        </a:lnTo>
                        <a:lnTo>
                          <a:pt x="523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7" name="Google Shape;1217;p34"/>
                  <p:cNvSpPr/>
                  <p:nvPr/>
                </p:nvSpPr>
                <p:spPr>
                  <a:xfrm flipH="1">
                    <a:off x="6833196" y="1954654"/>
                    <a:ext cx="39687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" h="604" extrusionOk="0">
                        <a:moveTo>
                          <a:pt x="81" y="1"/>
                        </a:moveTo>
                        <a:lnTo>
                          <a:pt x="1" y="81"/>
                        </a:lnTo>
                        <a:lnTo>
                          <a:pt x="523" y="604"/>
                        </a:lnTo>
                        <a:lnTo>
                          <a:pt x="604" y="523"/>
                        </a:lnTo>
                        <a:lnTo>
                          <a:pt x="8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8" name="Google Shape;1218;p34"/>
                  <p:cNvSpPr/>
                  <p:nvPr/>
                </p:nvSpPr>
                <p:spPr>
                  <a:xfrm flipH="1">
                    <a:off x="6709077" y="1954654"/>
                    <a:ext cx="40082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04" extrusionOk="0">
                        <a:moveTo>
                          <a:pt x="522" y="1"/>
                        </a:moveTo>
                        <a:lnTo>
                          <a:pt x="0" y="517"/>
                        </a:lnTo>
                        <a:lnTo>
                          <a:pt x="87" y="604"/>
                        </a:lnTo>
                        <a:lnTo>
                          <a:pt x="610" y="81"/>
                        </a:lnTo>
                        <a:lnTo>
                          <a:pt x="522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9" name="Google Shape;1219;p34"/>
                  <p:cNvSpPr/>
                  <p:nvPr/>
                </p:nvSpPr>
                <p:spPr>
                  <a:xfrm flipH="1">
                    <a:off x="6709077" y="1954654"/>
                    <a:ext cx="40082" cy="39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" h="604" extrusionOk="0">
                        <a:moveTo>
                          <a:pt x="87" y="1"/>
                        </a:moveTo>
                        <a:lnTo>
                          <a:pt x="0" y="81"/>
                        </a:lnTo>
                        <a:lnTo>
                          <a:pt x="522" y="604"/>
                        </a:lnTo>
                        <a:lnTo>
                          <a:pt x="610" y="523"/>
                        </a:lnTo>
                        <a:lnTo>
                          <a:pt x="87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0" name="Google Shape;1220;p34"/>
                  <p:cNvSpPr/>
                  <p:nvPr/>
                </p:nvSpPr>
                <p:spPr>
                  <a:xfrm flipH="1">
                    <a:off x="6249594" y="2857788"/>
                    <a:ext cx="38833" cy="2715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1" h="4133" extrusionOk="0">
                        <a:moveTo>
                          <a:pt x="590" y="0"/>
                        </a:moveTo>
                        <a:lnTo>
                          <a:pt x="1" y="590"/>
                        </a:lnTo>
                        <a:lnTo>
                          <a:pt x="1" y="2063"/>
                        </a:lnTo>
                        <a:lnTo>
                          <a:pt x="1" y="3543"/>
                        </a:lnTo>
                        <a:lnTo>
                          <a:pt x="590" y="4133"/>
                        </a:lnTo>
                        <a:lnTo>
                          <a:pt x="590" y="2063"/>
                        </a:lnTo>
                        <a:lnTo>
                          <a:pt x="590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1" name="Google Shape;1221;p34"/>
                  <p:cNvSpPr/>
                  <p:nvPr/>
                </p:nvSpPr>
                <p:spPr>
                  <a:xfrm flipH="1">
                    <a:off x="7576921" y="1681381"/>
                    <a:ext cx="191997" cy="1919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2" h="2921" extrusionOk="0">
                        <a:moveTo>
                          <a:pt x="1" y="0"/>
                        </a:moveTo>
                        <a:lnTo>
                          <a:pt x="1461" y="1461"/>
                        </a:lnTo>
                        <a:lnTo>
                          <a:pt x="2921" y="2921"/>
                        </a:lnTo>
                        <a:lnTo>
                          <a:pt x="2921" y="2090"/>
                        </a:lnTo>
                        <a:lnTo>
                          <a:pt x="1876" y="1045"/>
                        </a:lnTo>
                        <a:lnTo>
                          <a:pt x="83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2" name="Google Shape;1222;p34"/>
                  <p:cNvSpPr/>
                  <p:nvPr/>
                </p:nvSpPr>
                <p:spPr>
                  <a:xfrm flipH="1">
                    <a:off x="8038641" y="1332809"/>
                    <a:ext cx="79703" cy="793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3" h="1207" extrusionOk="0">
                        <a:moveTo>
                          <a:pt x="610" y="322"/>
                        </a:moveTo>
                        <a:cubicBezTo>
                          <a:pt x="764" y="322"/>
                          <a:pt x="891" y="449"/>
                          <a:pt x="891" y="603"/>
                        </a:cubicBezTo>
                        <a:cubicBezTo>
                          <a:pt x="891" y="764"/>
                          <a:pt x="764" y="891"/>
                          <a:pt x="610" y="891"/>
                        </a:cubicBezTo>
                        <a:cubicBezTo>
                          <a:pt x="449" y="891"/>
                          <a:pt x="322" y="764"/>
                          <a:pt x="322" y="603"/>
                        </a:cubicBezTo>
                        <a:cubicBezTo>
                          <a:pt x="322" y="449"/>
                          <a:pt x="449" y="322"/>
                          <a:pt x="610" y="322"/>
                        </a:cubicBezTo>
                        <a:close/>
                        <a:moveTo>
                          <a:pt x="610" y="1"/>
                        </a:moveTo>
                        <a:cubicBezTo>
                          <a:pt x="275" y="1"/>
                          <a:pt x="1" y="275"/>
                          <a:pt x="1" y="603"/>
                        </a:cubicBezTo>
                        <a:cubicBezTo>
                          <a:pt x="1" y="938"/>
                          <a:pt x="275" y="1206"/>
                          <a:pt x="610" y="1206"/>
                        </a:cubicBezTo>
                        <a:cubicBezTo>
                          <a:pt x="938" y="1206"/>
                          <a:pt x="1213" y="938"/>
                          <a:pt x="1213" y="603"/>
                        </a:cubicBezTo>
                        <a:cubicBezTo>
                          <a:pt x="1213" y="268"/>
                          <a:pt x="938" y="1"/>
                          <a:pt x="610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3" name="Google Shape;1223;p34"/>
                  <p:cNvSpPr/>
                  <p:nvPr/>
                </p:nvSpPr>
                <p:spPr>
                  <a:xfrm flipH="1">
                    <a:off x="6203402" y="3285537"/>
                    <a:ext cx="79309" cy="793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7" h="1207" extrusionOk="0">
                        <a:moveTo>
                          <a:pt x="604" y="315"/>
                        </a:moveTo>
                        <a:cubicBezTo>
                          <a:pt x="758" y="315"/>
                          <a:pt x="885" y="443"/>
                          <a:pt x="885" y="603"/>
                        </a:cubicBezTo>
                        <a:cubicBezTo>
                          <a:pt x="885" y="757"/>
                          <a:pt x="758" y="885"/>
                          <a:pt x="604" y="885"/>
                        </a:cubicBezTo>
                        <a:cubicBezTo>
                          <a:pt x="443" y="885"/>
                          <a:pt x="316" y="757"/>
                          <a:pt x="316" y="603"/>
                        </a:cubicBezTo>
                        <a:cubicBezTo>
                          <a:pt x="316" y="443"/>
                          <a:pt x="443" y="315"/>
                          <a:pt x="604" y="315"/>
                        </a:cubicBezTo>
                        <a:close/>
                        <a:moveTo>
                          <a:pt x="604" y="1"/>
                        </a:moveTo>
                        <a:cubicBezTo>
                          <a:pt x="269" y="1"/>
                          <a:pt x="1" y="269"/>
                          <a:pt x="1" y="603"/>
                        </a:cubicBezTo>
                        <a:cubicBezTo>
                          <a:pt x="1" y="932"/>
                          <a:pt x="269" y="1206"/>
                          <a:pt x="604" y="1206"/>
                        </a:cubicBezTo>
                        <a:cubicBezTo>
                          <a:pt x="932" y="1206"/>
                          <a:pt x="1207" y="932"/>
                          <a:pt x="1207" y="603"/>
                        </a:cubicBezTo>
                        <a:cubicBezTo>
                          <a:pt x="1207" y="269"/>
                          <a:pt x="932" y="1"/>
                          <a:pt x="604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4" name="Google Shape;1224;p34"/>
                  <p:cNvSpPr/>
                  <p:nvPr/>
                </p:nvSpPr>
                <p:spPr>
                  <a:xfrm flipH="1">
                    <a:off x="6232868" y="1385636"/>
                    <a:ext cx="1836196" cy="1910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945" h="29070" extrusionOk="0">
                        <a:moveTo>
                          <a:pt x="222" y="0"/>
                        </a:moveTo>
                        <a:lnTo>
                          <a:pt x="1" y="221"/>
                        </a:lnTo>
                        <a:lnTo>
                          <a:pt x="8943" y="9163"/>
                        </a:lnTo>
                        <a:lnTo>
                          <a:pt x="8989" y="9210"/>
                        </a:lnTo>
                        <a:lnTo>
                          <a:pt x="15620" y="9210"/>
                        </a:lnTo>
                        <a:lnTo>
                          <a:pt x="27630" y="21220"/>
                        </a:lnTo>
                        <a:lnTo>
                          <a:pt x="27630" y="29070"/>
                        </a:lnTo>
                        <a:lnTo>
                          <a:pt x="27945" y="29070"/>
                        </a:lnTo>
                        <a:lnTo>
                          <a:pt x="27945" y="21086"/>
                        </a:lnTo>
                        <a:lnTo>
                          <a:pt x="15801" y="8942"/>
                        </a:lnTo>
                        <a:lnTo>
                          <a:pt x="15754" y="8895"/>
                        </a:lnTo>
                        <a:lnTo>
                          <a:pt x="9117" y="8895"/>
                        </a:lnTo>
                        <a:lnTo>
                          <a:pt x="222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5" name="Google Shape;1225;p34"/>
                  <p:cNvSpPr/>
                  <p:nvPr/>
                </p:nvSpPr>
                <p:spPr>
                  <a:xfrm flipH="1">
                    <a:off x="6410237" y="2114846"/>
                    <a:ext cx="488995" cy="4877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2" h="7423" extrusionOk="0">
                        <a:moveTo>
                          <a:pt x="0" y="1"/>
                        </a:moveTo>
                        <a:lnTo>
                          <a:pt x="0" y="128"/>
                        </a:lnTo>
                        <a:lnTo>
                          <a:pt x="3289" y="128"/>
                        </a:lnTo>
                        <a:lnTo>
                          <a:pt x="7308" y="4154"/>
                        </a:lnTo>
                        <a:lnTo>
                          <a:pt x="7308" y="7422"/>
                        </a:lnTo>
                        <a:lnTo>
                          <a:pt x="7441" y="7422"/>
                        </a:lnTo>
                        <a:lnTo>
                          <a:pt x="7441" y="4100"/>
                        </a:lnTo>
                        <a:lnTo>
                          <a:pt x="3342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6" name="Google Shape;1226;p34"/>
                  <p:cNvSpPr/>
                  <p:nvPr/>
                </p:nvSpPr>
                <p:spPr>
                  <a:xfrm flipH="1">
                    <a:off x="7148716" y="1679607"/>
                    <a:ext cx="90742" cy="91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1" h="1388" extrusionOk="0">
                        <a:moveTo>
                          <a:pt x="1173" y="1"/>
                        </a:moveTo>
                        <a:lnTo>
                          <a:pt x="1173" y="1173"/>
                        </a:lnTo>
                        <a:lnTo>
                          <a:pt x="0" y="1173"/>
                        </a:lnTo>
                        <a:lnTo>
                          <a:pt x="0" y="1387"/>
                        </a:lnTo>
                        <a:lnTo>
                          <a:pt x="1380" y="1387"/>
                        </a:lnTo>
                        <a:lnTo>
                          <a:pt x="138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7" name="Google Shape;1227;p34"/>
                  <p:cNvSpPr/>
                  <p:nvPr/>
                </p:nvSpPr>
                <p:spPr>
                  <a:xfrm flipH="1">
                    <a:off x="6549340" y="3089666"/>
                    <a:ext cx="323544" cy="32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4" h="4924" extrusionOk="0">
                        <a:moveTo>
                          <a:pt x="1" y="1"/>
                        </a:moveTo>
                        <a:lnTo>
                          <a:pt x="1" y="1401"/>
                        </a:lnTo>
                        <a:lnTo>
                          <a:pt x="1762" y="3162"/>
                        </a:lnTo>
                        <a:lnTo>
                          <a:pt x="3524" y="4924"/>
                        </a:lnTo>
                        <a:lnTo>
                          <a:pt x="4924" y="4924"/>
                        </a:lnTo>
                        <a:lnTo>
                          <a:pt x="2459" y="2459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8" name="Google Shape;1228;p34"/>
                  <p:cNvSpPr/>
                  <p:nvPr/>
                </p:nvSpPr>
                <p:spPr>
                  <a:xfrm flipH="1">
                    <a:off x="6581475" y="4539412"/>
                    <a:ext cx="79243" cy="79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6" h="1206" extrusionOk="0">
                        <a:moveTo>
                          <a:pt x="603" y="322"/>
                        </a:moveTo>
                        <a:cubicBezTo>
                          <a:pt x="757" y="322"/>
                          <a:pt x="884" y="449"/>
                          <a:pt x="884" y="603"/>
                        </a:cubicBezTo>
                        <a:cubicBezTo>
                          <a:pt x="884" y="764"/>
                          <a:pt x="757" y="891"/>
                          <a:pt x="603" y="891"/>
                        </a:cubicBezTo>
                        <a:cubicBezTo>
                          <a:pt x="442" y="891"/>
                          <a:pt x="315" y="764"/>
                          <a:pt x="315" y="603"/>
                        </a:cubicBezTo>
                        <a:cubicBezTo>
                          <a:pt x="315" y="449"/>
                          <a:pt x="449" y="322"/>
                          <a:pt x="603" y="322"/>
                        </a:cubicBezTo>
                        <a:close/>
                        <a:moveTo>
                          <a:pt x="603" y="0"/>
                        </a:moveTo>
                        <a:cubicBezTo>
                          <a:pt x="268" y="0"/>
                          <a:pt x="0" y="268"/>
                          <a:pt x="0" y="603"/>
                        </a:cubicBezTo>
                        <a:cubicBezTo>
                          <a:pt x="0" y="938"/>
                          <a:pt x="268" y="1206"/>
                          <a:pt x="603" y="1206"/>
                        </a:cubicBezTo>
                        <a:cubicBezTo>
                          <a:pt x="938" y="1206"/>
                          <a:pt x="1206" y="938"/>
                          <a:pt x="1206" y="603"/>
                        </a:cubicBezTo>
                        <a:cubicBezTo>
                          <a:pt x="1206" y="268"/>
                          <a:pt x="938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9" name="Google Shape;1229;p34"/>
                  <p:cNvSpPr/>
                  <p:nvPr/>
                </p:nvSpPr>
                <p:spPr>
                  <a:xfrm flipH="1">
                    <a:off x="8138514" y="2181341"/>
                    <a:ext cx="79309" cy="797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7" h="1213" extrusionOk="0">
                        <a:moveTo>
                          <a:pt x="604" y="322"/>
                        </a:moveTo>
                        <a:cubicBezTo>
                          <a:pt x="758" y="322"/>
                          <a:pt x="885" y="449"/>
                          <a:pt x="885" y="603"/>
                        </a:cubicBezTo>
                        <a:cubicBezTo>
                          <a:pt x="885" y="764"/>
                          <a:pt x="758" y="891"/>
                          <a:pt x="604" y="891"/>
                        </a:cubicBezTo>
                        <a:cubicBezTo>
                          <a:pt x="450" y="891"/>
                          <a:pt x="316" y="764"/>
                          <a:pt x="316" y="603"/>
                        </a:cubicBezTo>
                        <a:cubicBezTo>
                          <a:pt x="316" y="449"/>
                          <a:pt x="450" y="322"/>
                          <a:pt x="604" y="322"/>
                        </a:cubicBezTo>
                        <a:close/>
                        <a:moveTo>
                          <a:pt x="604" y="0"/>
                        </a:moveTo>
                        <a:cubicBezTo>
                          <a:pt x="269" y="0"/>
                          <a:pt x="1" y="275"/>
                          <a:pt x="1" y="603"/>
                        </a:cubicBezTo>
                        <a:cubicBezTo>
                          <a:pt x="1" y="938"/>
                          <a:pt x="269" y="1213"/>
                          <a:pt x="604" y="1213"/>
                        </a:cubicBezTo>
                        <a:cubicBezTo>
                          <a:pt x="939" y="1213"/>
                          <a:pt x="1206" y="938"/>
                          <a:pt x="1206" y="603"/>
                        </a:cubicBezTo>
                        <a:cubicBezTo>
                          <a:pt x="1206" y="275"/>
                          <a:pt x="939" y="0"/>
                          <a:pt x="604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0" name="Google Shape;1230;p34"/>
                  <p:cNvSpPr/>
                  <p:nvPr/>
                </p:nvSpPr>
                <p:spPr>
                  <a:xfrm flipH="1">
                    <a:off x="6538735" y="2232789"/>
                    <a:ext cx="1624946" cy="23247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30" h="35380" extrusionOk="0">
                        <a:moveTo>
                          <a:pt x="228" y="1"/>
                        </a:moveTo>
                        <a:lnTo>
                          <a:pt x="1" y="222"/>
                        </a:lnTo>
                        <a:lnTo>
                          <a:pt x="8500" y="8722"/>
                        </a:lnTo>
                        <a:lnTo>
                          <a:pt x="8547" y="8769"/>
                        </a:lnTo>
                        <a:lnTo>
                          <a:pt x="15285" y="8769"/>
                        </a:lnTo>
                        <a:lnTo>
                          <a:pt x="24408" y="17891"/>
                        </a:lnTo>
                        <a:lnTo>
                          <a:pt x="24408" y="20557"/>
                        </a:lnTo>
                        <a:lnTo>
                          <a:pt x="18748" y="26210"/>
                        </a:lnTo>
                        <a:lnTo>
                          <a:pt x="18748" y="31127"/>
                        </a:lnTo>
                        <a:lnTo>
                          <a:pt x="23002" y="35380"/>
                        </a:lnTo>
                        <a:lnTo>
                          <a:pt x="23229" y="35152"/>
                        </a:lnTo>
                        <a:lnTo>
                          <a:pt x="19070" y="30993"/>
                        </a:lnTo>
                        <a:lnTo>
                          <a:pt x="19070" y="26344"/>
                        </a:lnTo>
                        <a:lnTo>
                          <a:pt x="24730" y="20684"/>
                        </a:lnTo>
                        <a:lnTo>
                          <a:pt x="24730" y="17764"/>
                        </a:lnTo>
                        <a:lnTo>
                          <a:pt x="15466" y="8501"/>
                        </a:lnTo>
                        <a:lnTo>
                          <a:pt x="15419" y="8454"/>
                        </a:lnTo>
                        <a:lnTo>
                          <a:pt x="8681" y="8454"/>
                        </a:lnTo>
                        <a:lnTo>
                          <a:pt x="22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1" name="Google Shape;1231;p34"/>
                  <p:cNvSpPr/>
                  <p:nvPr/>
                </p:nvSpPr>
                <p:spPr>
                  <a:xfrm flipH="1">
                    <a:off x="6753942" y="2795301"/>
                    <a:ext cx="658455" cy="1003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1" h="15265" extrusionOk="0">
                        <a:moveTo>
                          <a:pt x="94" y="0"/>
                        </a:moveTo>
                        <a:lnTo>
                          <a:pt x="0" y="87"/>
                        </a:lnTo>
                        <a:lnTo>
                          <a:pt x="5620" y="5707"/>
                        </a:lnTo>
                        <a:lnTo>
                          <a:pt x="5620" y="10951"/>
                        </a:lnTo>
                        <a:lnTo>
                          <a:pt x="9927" y="15265"/>
                        </a:lnTo>
                        <a:lnTo>
                          <a:pt x="10020" y="15171"/>
                        </a:lnTo>
                        <a:lnTo>
                          <a:pt x="5747" y="10904"/>
                        </a:lnTo>
                        <a:lnTo>
                          <a:pt x="5747" y="5653"/>
                        </a:lnTo>
                        <a:lnTo>
                          <a:pt x="9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2" name="Google Shape;1232;p34"/>
                  <p:cNvSpPr/>
                  <p:nvPr/>
                </p:nvSpPr>
                <p:spPr>
                  <a:xfrm flipH="1">
                    <a:off x="6573979" y="3616040"/>
                    <a:ext cx="349958" cy="5533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6" h="8421" extrusionOk="0">
                        <a:moveTo>
                          <a:pt x="5199" y="1"/>
                        </a:moveTo>
                        <a:lnTo>
                          <a:pt x="5199" y="3129"/>
                        </a:lnTo>
                        <a:lnTo>
                          <a:pt x="1" y="8333"/>
                        </a:lnTo>
                        <a:lnTo>
                          <a:pt x="88" y="8420"/>
                        </a:lnTo>
                        <a:lnTo>
                          <a:pt x="5326" y="3182"/>
                        </a:lnTo>
                        <a:lnTo>
                          <a:pt x="5326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3" name="Google Shape;1233;p34"/>
                  <p:cNvSpPr/>
                  <p:nvPr/>
                </p:nvSpPr>
                <p:spPr>
                  <a:xfrm flipH="1">
                    <a:off x="7591408" y="1709569"/>
                    <a:ext cx="1878446" cy="2617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88" h="39840" extrusionOk="0">
                        <a:moveTo>
                          <a:pt x="0" y="0"/>
                        </a:moveTo>
                        <a:lnTo>
                          <a:pt x="0" y="7348"/>
                        </a:lnTo>
                        <a:lnTo>
                          <a:pt x="13584" y="7348"/>
                        </a:lnTo>
                        <a:lnTo>
                          <a:pt x="21983" y="15747"/>
                        </a:lnTo>
                        <a:lnTo>
                          <a:pt x="21983" y="33457"/>
                        </a:lnTo>
                        <a:lnTo>
                          <a:pt x="28359" y="39840"/>
                        </a:lnTo>
                        <a:lnTo>
                          <a:pt x="28587" y="39612"/>
                        </a:lnTo>
                        <a:lnTo>
                          <a:pt x="22304" y="33329"/>
                        </a:lnTo>
                        <a:lnTo>
                          <a:pt x="22304" y="15613"/>
                        </a:lnTo>
                        <a:lnTo>
                          <a:pt x="13764" y="7073"/>
                        </a:lnTo>
                        <a:lnTo>
                          <a:pt x="13718" y="7026"/>
                        </a:lnTo>
                        <a:lnTo>
                          <a:pt x="315" y="7026"/>
                        </a:lnTo>
                        <a:lnTo>
                          <a:pt x="31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4" name="Google Shape;1234;p34"/>
                  <p:cNvSpPr/>
                  <p:nvPr/>
                </p:nvSpPr>
                <p:spPr>
                  <a:xfrm flipH="1">
                    <a:off x="8125302" y="2301452"/>
                    <a:ext cx="323544" cy="32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4" h="4924" extrusionOk="0">
                        <a:moveTo>
                          <a:pt x="0" y="1"/>
                        </a:moveTo>
                        <a:lnTo>
                          <a:pt x="0" y="1401"/>
                        </a:lnTo>
                        <a:lnTo>
                          <a:pt x="1762" y="3162"/>
                        </a:lnTo>
                        <a:lnTo>
                          <a:pt x="3524" y="4924"/>
                        </a:lnTo>
                        <a:lnTo>
                          <a:pt x="4923" y="4924"/>
                        </a:lnTo>
                        <a:lnTo>
                          <a:pt x="2465" y="2466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5" name="Google Shape;1235;p34"/>
                  <p:cNvSpPr/>
                  <p:nvPr/>
                </p:nvSpPr>
                <p:spPr>
                  <a:xfrm flipH="1">
                    <a:off x="7544399" y="4293801"/>
                    <a:ext cx="79703" cy="793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3" h="1207" extrusionOk="0">
                        <a:moveTo>
                          <a:pt x="610" y="315"/>
                        </a:moveTo>
                        <a:cubicBezTo>
                          <a:pt x="764" y="315"/>
                          <a:pt x="891" y="443"/>
                          <a:pt x="891" y="604"/>
                        </a:cubicBezTo>
                        <a:cubicBezTo>
                          <a:pt x="891" y="758"/>
                          <a:pt x="764" y="885"/>
                          <a:pt x="610" y="885"/>
                        </a:cubicBezTo>
                        <a:cubicBezTo>
                          <a:pt x="449" y="885"/>
                          <a:pt x="322" y="758"/>
                          <a:pt x="322" y="604"/>
                        </a:cubicBezTo>
                        <a:cubicBezTo>
                          <a:pt x="322" y="443"/>
                          <a:pt x="449" y="315"/>
                          <a:pt x="610" y="315"/>
                        </a:cubicBezTo>
                        <a:close/>
                        <a:moveTo>
                          <a:pt x="610" y="1"/>
                        </a:moveTo>
                        <a:cubicBezTo>
                          <a:pt x="275" y="1"/>
                          <a:pt x="0" y="269"/>
                          <a:pt x="0" y="604"/>
                        </a:cubicBezTo>
                        <a:cubicBezTo>
                          <a:pt x="0" y="932"/>
                          <a:pt x="275" y="1206"/>
                          <a:pt x="610" y="1206"/>
                        </a:cubicBezTo>
                        <a:cubicBezTo>
                          <a:pt x="938" y="1206"/>
                          <a:pt x="1213" y="932"/>
                          <a:pt x="1213" y="604"/>
                        </a:cubicBezTo>
                        <a:cubicBezTo>
                          <a:pt x="1213" y="269"/>
                          <a:pt x="938" y="1"/>
                          <a:pt x="610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6" name="Google Shape;1236;p34"/>
                  <p:cNvSpPr/>
                  <p:nvPr/>
                </p:nvSpPr>
                <p:spPr>
                  <a:xfrm flipH="1">
                    <a:off x="7341026" y="3027639"/>
                    <a:ext cx="676984" cy="959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03" h="14609" extrusionOk="0">
                        <a:moveTo>
                          <a:pt x="88" y="1"/>
                        </a:moveTo>
                        <a:lnTo>
                          <a:pt x="1" y="94"/>
                        </a:lnTo>
                        <a:lnTo>
                          <a:pt x="6143" y="6236"/>
                        </a:lnTo>
                        <a:lnTo>
                          <a:pt x="6143" y="10537"/>
                        </a:lnTo>
                        <a:lnTo>
                          <a:pt x="10215" y="14609"/>
                        </a:lnTo>
                        <a:lnTo>
                          <a:pt x="10302" y="14515"/>
                        </a:lnTo>
                        <a:lnTo>
                          <a:pt x="6270" y="10483"/>
                        </a:lnTo>
                        <a:lnTo>
                          <a:pt x="6270" y="6183"/>
                        </a:lnTo>
                        <a:lnTo>
                          <a:pt x="8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7" name="Google Shape;1237;p34"/>
                  <p:cNvSpPr/>
                  <p:nvPr/>
                </p:nvSpPr>
                <p:spPr>
                  <a:xfrm flipH="1">
                    <a:off x="5570944" y="-190791"/>
                    <a:ext cx="1878906" cy="26177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5" h="39840" extrusionOk="0">
                        <a:moveTo>
                          <a:pt x="229" y="0"/>
                        </a:moveTo>
                        <a:lnTo>
                          <a:pt x="1" y="221"/>
                        </a:lnTo>
                        <a:lnTo>
                          <a:pt x="6290" y="6511"/>
                        </a:lnTo>
                        <a:lnTo>
                          <a:pt x="6290" y="24227"/>
                        </a:lnTo>
                        <a:lnTo>
                          <a:pt x="14830" y="32767"/>
                        </a:lnTo>
                        <a:lnTo>
                          <a:pt x="14877" y="32807"/>
                        </a:lnTo>
                        <a:lnTo>
                          <a:pt x="28273" y="32807"/>
                        </a:lnTo>
                        <a:lnTo>
                          <a:pt x="28273" y="39840"/>
                        </a:lnTo>
                        <a:lnTo>
                          <a:pt x="28595" y="39840"/>
                        </a:lnTo>
                        <a:lnTo>
                          <a:pt x="28595" y="32492"/>
                        </a:lnTo>
                        <a:lnTo>
                          <a:pt x="15004" y="32492"/>
                        </a:lnTo>
                        <a:lnTo>
                          <a:pt x="6605" y="24093"/>
                        </a:lnTo>
                        <a:lnTo>
                          <a:pt x="6605" y="6377"/>
                        </a:lnTo>
                        <a:lnTo>
                          <a:pt x="229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8" name="Google Shape;1238;p34"/>
                  <p:cNvSpPr/>
                  <p:nvPr/>
                </p:nvSpPr>
                <p:spPr>
                  <a:xfrm flipH="1">
                    <a:off x="6592443" y="1511464"/>
                    <a:ext cx="323544" cy="32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24" h="4924" extrusionOk="0">
                        <a:moveTo>
                          <a:pt x="0" y="1"/>
                        </a:moveTo>
                        <a:lnTo>
                          <a:pt x="2465" y="2459"/>
                        </a:lnTo>
                        <a:lnTo>
                          <a:pt x="4924" y="4924"/>
                        </a:lnTo>
                        <a:lnTo>
                          <a:pt x="4924" y="3517"/>
                        </a:lnTo>
                        <a:lnTo>
                          <a:pt x="3162" y="1756"/>
                        </a:lnTo>
                        <a:lnTo>
                          <a:pt x="140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9" name="Google Shape;1239;p34"/>
                  <p:cNvSpPr/>
                  <p:nvPr/>
                </p:nvSpPr>
                <p:spPr>
                  <a:xfrm flipH="1">
                    <a:off x="5541938" y="2416373"/>
                    <a:ext cx="79309" cy="792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7" h="1206" extrusionOk="0">
                        <a:moveTo>
                          <a:pt x="604" y="315"/>
                        </a:moveTo>
                        <a:cubicBezTo>
                          <a:pt x="758" y="315"/>
                          <a:pt x="885" y="442"/>
                          <a:pt x="885" y="603"/>
                        </a:cubicBezTo>
                        <a:cubicBezTo>
                          <a:pt x="885" y="757"/>
                          <a:pt x="758" y="884"/>
                          <a:pt x="604" y="884"/>
                        </a:cubicBezTo>
                        <a:cubicBezTo>
                          <a:pt x="443" y="884"/>
                          <a:pt x="316" y="757"/>
                          <a:pt x="316" y="603"/>
                        </a:cubicBezTo>
                        <a:cubicBezTo>
                          <a:pt x="316" y="442"/>
                          <a:pt x="443" y="315"/>
                          <a:pt x="604" y="315"/>
                        </a:cubicBezTo>
                        <a:close/>
                        <a:moveTo>
                          <a:pt x="604" y="0"/>
                        </a:moveTo>
                        <a:cubicBezTo>
                          <a:pt x="269" y="0"/>
                          <a:pt x="1" y="268"/>
                          <a:pt x="1" y="603"/>
                        </a:cubicBezTo>
                        <a:cubicBezTo>
                          <a:pt x="1" y="938"/>
                          <a:pt x="269" y="1206"/>
                          <a:pt x="604" y="1206"/>
                        </a:cubicBezTo>
                        <a:cubicBezTo>
                          <a:pt x="939" y="1206"/>
                          <a:pt x="1207" y="938"/>
                          <a:pt x="1207" y="603"/>
                        </a:cubicBezTo>
                        <a:cubicBezTo>
                          <a:pt x="1207" y="268"/>
                          <a:pt x="932" y="0"/>
                          <a:pt x="604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0" name="Google Shape;1240;p34"/>
                  <p:cNvSpPr/>
                  <p:nvPr/>
                </p:nvSpPr>
                <p:spPr>
                  <a:xfrm flipH="1">
                    <a:off x="7023271" y="148911"/>
                    <a:ext cx="676984" cy="959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03" h="14603" extrusionOk="0">
                        <a:moveTo>
                          <a:pt x="88" y="1"/>
                        </a:moveTo>
                        <a:lnTo>
                          <a:pt x="1" y="88"/>
                        </a:lnTo>
                        <a:lnTo>
                          <a:pt x="4033" y="4127"/>
                        </a:lnTo>
                        <a:lnTo>
                          <a:pt x="4033" y="8427"/>
                        </a:lnTo>
                        <a:lnTo>
                          <a:pt x="10215" y="14603"/>
                        </a:lnTo>
                        <a:lnTo>
                          <a:pt x="10302" y="14516"/>
                        </a:lnTo>
                        <a:lnTo>
                          <a:pt x="4160" y="8373"/>
                        </a:lnTo>
                        <a:lnTo>
                          <a:pt x="4160" y="4073"/>
                        </a:lnTo>
                        <a:lnTo>
                          <a:pt x="8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1" name="Google Shape;1241;p34"/>
                  <p:cNvSpPr/>
                  <p:nvPr/>
                </p:nvSpPr>
                <p:spPr>
                  <a:xfrm flipH="1">
                    <a:off x="5578462" y="1954654"/>
                    <a:ext cx="484593" cy="2848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5" h="4335" extrusionOk="0">
                        <a:moveTo>
                          <a:pt x="87" y="1"/>
                        </a:moveTo>
                        <a:lnTo>
                          <a:pt x="0" y="95"/>
                        </a:lnTo>
                        <a:lnTo>
                          <a:pt x="2077" y="2171"/>
                        </a:lnTo>
                        <a:lnTo>
                          <a:pt x="5124" y="2171"/>
                        </a:lnTo>
                        <a:lnTo>
                          <a:pt x="7281" y="4334"/>
                        </a:lnTo>
                        <a:lnTo>
                          <a:pt x="7375" y="4241"/>
                        </a:lnTo>
                        <a:lnTo>
                          <a:pt x="5178" y="2044"/>
                        </a:lnTo>
                        <a:lnTo>
                          <a:pt x="2130" y="2044"/>
                        </a:lnTo>
                        <a:lnTo>
                          <a:pt x="87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2" name="Google Shape;1242;p34"/>
                  <p:cNvSpPr/>
                  <p:nvPr/>
                </p:nvSpPr>
                <p:spPr>
                  <a:xfrm flipH="1">
                    <a:off x="6893908" y="2465192"/>
                    <a:ext cx="60385" cy="607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19" h="925" extrusionOk="0">
                        <a:moveTo>
                          <a:pt x="1" y="1"/>
                        </a:moveTo>
                        <a:lnTo>
                          <a:pt x="1" y="925"/>
                        </a:lnTo>
                        <a:lnTo>
                          <a:pt x="918" y="925"/>
                        </a:lnTo>
                        <a:lnTo>
                          <a:pt x="918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3" name="Google Shape;1243;p34"/>
                  <p:cNvSpPr/>
                  <p:nvPr/>
                </p:nvSpPr>
                <p:spPr>
                  <a:xfrm flipH="1">
                    <a:off x="7793953" y="2112218"/>
                    <a:ext cx="11499" cy="722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5" h="1100" extrusionOk="0">
                        <a:moveTo>
                          <a:pt x="1" y="1"/>
                        </a:moveTo>
                        <a:lnTo>
                          <a:pt x="1" y="1099"/>
                        </a:lnTo>
                        <a:lnTo>
                          <a:pt x="175" y="1099"/>
                        </a:lnTo>
                        <a:lnTo>
                          <a:pt x="175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4" name="Google Shape;1244;p34"/>
                  <p:cNvSpPr/>
                  <p:nvPr/>
                </p:nvSpPr>
                <p:spPr>
                  <a:xfrm flipH="1">
                    <a:off x="7763529" y="2142574"/>
                    <a:ext cx="71818" cy="115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3" h="176" extrusionOk="0">
                        <a:moveTo>
                          <a:pt x="0" y="1"/>
                        </a:moveTo>
                        <a:lnTo>
                          <a:pt x="0" y="175"/>
                        </a:lnTo>
                        <a:lnTo>
                          <a:pt x="1092" y="175"/>
                        </a:lnTo>
                        <a:lnTo>
                          <a:pt x="1092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5" name="Google Shape;1245;p34"/>
                  <p:cNvSpPr/>
                  <p:nvPr/>
                </p:nvSpPr>
                <p:spPr>
                  <a:xfrm flipH="1">
                    <a:off x="7640330" y="2134689"/>
                    <a:ext cx="7050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" h="758" extrusionOk="0">
                        <a:moveTo>
                          <a:pt x="631" y="0"/>
                        </a:moveTo>
                        <a:lnTo>
                          <a:pt x="1" y="757"/>
                        </a:lnTo>
                        <a:lnTo>
                          <a:pt x="450" y="757"/>
                        </a:lnTo>
                        <a:lnTo>
                          <a:pt x="107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6" name="Google Shape;1246;p34"/>
                  <p:cNvSpPr/>
                  <p:nvPr/>
                </p:nvSpPr>
                <p:spPr>
                  <a:xfrm flipH="1">
                    <a:off x="7586648" y="2134689"/>
                    <a:ext cx="70438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2" h="758" extrusionOk="0">
                        <a:moveTo>
                          <a:pt x="623" y="0"/>
                        </a:moveTo>
                        <a:lnTo>
                          <a:pt x="0" y="757"/>
                        </a:lnTo>
                        <a:lnTo>
                          <a:pt x="442" y="757"/>
                        </a:lnTo>
                        <a:lnTo>
                          <a:pt x="1072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7" name="Google Shape;1247;p34"/>
                  <p:cNvSpPr/>
                  <p:nvPr/>
                </p:nvSpPr>
                <p:spPr>
                  <a:xfrm flipH="1">
                    <a:off x="7533361" y="2134689"/>
                    <a:ext cx="7004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6" h="758" extrusionOk="0">
                        <a:moveTo>
                          <a:pt x="623" y="0"/>
                        </a:moveTo>
                        <a:lnTo>
                          <a:pt x="0" y="757"/>
                        </a:lnTo>
                        <a:lnTo>
                          <a:pt x="442" y="757"/>
                        </a:lnTo>
                        <a:lnTo>
                          <a:pt x="106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8" name="Google Shape;1248;p34"/>
                  <p:cNvSpPr/>
                  <p:nvPr/>
                </p:nvSpPr>
                <p:spPr>
                  <a:xfrm flipH="1">
                    <a:off x="7288670" y="2376292"/>
                    <a:ext cx="136080" cy="2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1" h="336" extrusionOk="0">
                        <a:moveTo>
                          <a:pt x="1" y="1"/>
                        </a:moveTo>
                        <a:lnTo>
                          <a:pt x="1" y="335"/>
                        </a:lnTo>
                        <a:lnTo>
                          <a:pt x="2070" y="335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9" name="Google Shape;1249;p34"/>
                  <p:cNvSpPr/>
                  <p:nvPr/>
                </p:nvSpPr>
                <p:spPr>
                  <a:xfrm flipH="1">
                    <a:off x="7194054" y="2376292"/>
                    <a:ext cx="68270" cy="2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9" h="336" extrusionOk="0">
                        <a:moveTo>
                          <a:pt x="0" y="1"/>
                        </a:moveTo>
                        <a:lnTo>
                          <a:pt x="0" y="335"/>
                        </a:lnTo>
                        <a:lnTo>
                          <a:pt x="1038" y="335"/>
                        </a:lnTo>
                        <a:lnTo>
                          <a:pt x="1038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0" name="Google Shape;1250;p34"/>
                  <p:cNvSpPr/>
                  <p:nvPr/>
                </p:nvSpPr>
                <p:spPr>
                  <a:xfrm flipH="1">
                    <a:off x="7152266" y="2376292"/>
                    <a:ext cx="21618" cy="220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336" extrusionOk="0">
                        <a:moveTo>
                          <a:pt x="0" y="1"/>
                        </a:moveTo>
                        <a:lnTo>
                          <a:pt x="0" y="335"/>
                        </a:lnTo>
                        <a:lnTo>
                          <a:pt x="329" y="335"/>
                        </a:lnTo>
                        <a:lnTo>
                          <a:pt x="329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1" name="Google Shape;1251;p34"/>
                  <p:cNvSpPr/>
                  <p:nvPr/>
                </p:nvSpPr>
                <p:spPr>
                  <a:xfrm flipH="1">
                    <a:off x="7037393" y="2113138"/>
                    <a:ext cx="943625" cy="278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361" h="4240" extrusionOk="0">
                        <a:moveTo>
                          <a:pt x="134" y="0"/>
                        </a:moveTo>
                        <a:lnTo>
                          <a:pt x="0" y="134"/>
                        </a:lnTo>
                        <a:lnTo>
                          <a:pt x="2579" y="2706"/>
                        </a:lnTo>
                        <a:lnTo>
                          <a:pt x="12700" y="2706"/>
                        </a:lnTo>
                        <a:lnTo>
                          <a:pt x="14227" y="4240"/>
                        </a:lnTo>
                        <a:lnTo>
                          <a:pt x="14361" y="4106"/>
                        </a:lnTo>
                        <a:lnTo>
                          <a:pt x="12773" y="2525"/>
                        </a:lnTo>
                        <a:lnTo>
                          <a:pt x="2653" y="2525"/>
                        </a:lnTo>
                        <a:lnTo>
                          <a:pt x="134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2" name="Google Shape;1252;p34"/>
                  <p:cNvSpPr/>
                  <p:nvPr/>
                </p:nvSpPr>
                <p:spPr>
                  <a:xfrm flipH="1">
                    <a:off x="5541930" y="2852926"/>
                    <a:ext cx="473620" cy="4736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08" h="7208" fill="none" extrusionOk="0">
                        <a:moveTo>
                          <a:pt x="7208" y="3604"/>
                        </a:moveTo>
                        <a:cubicBezTo>
                          <a:pt x="7208" y="5593"/>
                          <a:pt x="5593" y="7207"/>
                          <a:pt x="3604" y="7207"/>
                        </a:cubicBezTo>
                        <a:cubicBezTo>
                          <a:pt x="1615" y="7207"/>
                          <a:pt x="1" y="5593"/>
                          <a:pt x="1" y="3604"/>
                        </a:cubicBezTo>
                        <a:cubicBezTo>
                          <a:pt x="1" y="1615"/>
                          <a:pt x="1615" y="0"/>
                          <a:pt x="3604" y="0"/>
                        </a:cubicBezTo>
                        <a:cubicBezTo>
                          <a:pt x="5593" y="0"/>
                          <a:pt x="7208" y="1615"/>
                          <a:pt x="7208" y="3604"/>
                        </a:cubicBez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2"/>
                    </a:solidFill>
                    <a:prstDash val="solid"/>
                    <a:miter lim="6698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3" name="Google Shape;1253;p34"/>
                  <p:cNvSpPr/>
                  <p:nvPr/>
                </p:nvSpPr>
                <p:spPr>
                  <a:xfrm flipH="1">
                    <a:off x="5644044" y="2750818"/>
                    <a:ext cx="136015" cy="216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0" h="329" extrusionOk="0">
                        <a:moveTo>
                          <a:pt x="0" y="1"/>
                        </a:moveTo>
                        <a:lnTo>
                          <a:pt x="0" y="329"/>
                        </a:lnTo>
                        <a:lnTo>
                          <a:pt x="2070" y="329"/>
                        </a:lnTo>
                        <a:lnTo>
                          <a:pt x="207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4" name="Google Shape;1254;p34"/>
                  <p:cNvSpPr/>
                  <p:nvPr/>
                </p:nvSpPr>
                <p:spPr>
                  <a:xfrm flipH="1">
                    <a:off x="5549823" y="2750818"/>
                    <a:ext cx="67876" cy="216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3" h="329" extrusionOk="0">
                        <a:moveTo>
                          <a:pt x="1" y="1"/>
                        </a:moveTo>
                        <a:lnTo>
                          <a:pt x="1" y="329"/>
                        </a:lnTo>
                        <a:lnTo>
                          <a:pt x="1032" y="329"/>
                        </a:lnTo>
                        <a:lnTo>
                          <a:pt x="1032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5" name="Google Shape;1255;p34"/>
                  <p:cNvSpPr/>
                  <p:nvPr/>
                </p:nvSpPr>
                <p:spPr>
                  <a:xfrm flipH="1">
                    <a:off x="5508035" y="2750818"/>
                    <a:ext cx="21618" cy="216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9" h="329" extrusionOk="0">
                        <a:moveTo>
                          <a:pt x="0" y="1"/>
                        </a:moveTo>
                        <a:lnTo>
                          <a:pt x="0" y="329"/>
                        </a:lnTo>
                        <a:lnTo>
                          <a:pt x="328" y="329"/>
                        </a:lnTo>
                        <a:lnTo>
                          <a:pt x="328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6" name="Google Shape;1256;p34"/>
                  <p:cNvSpPr/>
                  <p:nvPr/>
                </p:nvSpPr>
                <p:spPr>
                  <a:xfrm flipH="1">
                    <a:off x="5497455" y="3319441"/>
                    <a:ext cx="67876" cy="11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3" h="168" extrusionOk="0">
                        <a:moveTo>
                          <a:pt x="1" y="0"/>
                        </a:moveTo>
                        <a:lnTo>
                          <a:pt x="1" y="168"/>
                        </a:lnTo>
                        <a:lnTo>
                          <a:pt x="1032" y="168"/>
                        </a:lnTo>
                        <a:lnTo>
                          <a:pt x="103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7" name="Google Shape;1257;p34"/>
                  <p:cNvSpPr/>
                  <p:nvPr/>
                </p:nvSpPr>
                <p:spPr>
                  <a:xfrm flipH="1">
                    <a:off x="5450410" y="3319441"/>
                    <a:ext cx="33905" cy="11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6" h="168" extrusionOk="0">
                        <a:moveTo>
                          <a:pt x="0" y="0"/>
                        </a:moveTo>
                        <a:lnTo>
                          <a:pt x="0" y="168"/>
                        </a:lnTo>
                        <a:lnTo>
                          <a:pt x="516" y="168"/>
                        </a:lnTo>
                        <a:lnTo>
                          <a:pt x="51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8" name="Google Shape;1258;p34"/>
                  <p:cNvSpPr/>
                  <p:nvPr/>
                </p:nvSpPr>
                <p:spPr>
                  <a:xfrm flipH="1">
                    <a:off x="5429253" y="3319441"/>
                    <a:ext cx="11105" cy="110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9" h="168" extrusionOk="0">
                        <a:moveTo>
                          <a:pt x="1" y="0"/>
                        </a:moveTo>
                        <a:lnTo>
                          <a:pt x="1" y="168"/>
                        </a:lnTo>
                        <a:lnTo>
                          <a:pt x="168" y="168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9" name="Google Shape;1259;p34"/>
                  <p:cNvSpPr/>
                  <p:nvPr/>
                </p:nvSpPr>
                <p:spPr>
                  <a:xfrm flipH="1">
                    <a:off x="7479679" y="2134689"/>
                    <a:ext cx="7004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6" h="758" extrusionOk="0">
                        <a:moveTo>
                          <a:pt x="623" y="0"/>
                        </a:moveTo>
                        <a:lnTo>
                          <a:pt x="0" y="757"/>
                        </a:lnTo>
                        <a:lnTo>
                          <a:pt x="442" y="757"/>
                        </a:lnTo>
                        <a:lnTo>
                          <a:pt x="1065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0" name="Google Shape;1260;p34"/>
                  <p:cNvSpPr/>
                  <p:nvPr/>
                </p:nvSpPr>
                <p:spPr>
                  <a:xfrm flipH="1">
                    <a:off x="7425997" y="2134689"/>
                    <a:ext cx="70504" cy="498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73" h="758" extrusionOk="0">
                        <a:moveTo>
                          <a:pt x="630" y="0"/>
                        </a:moveTo>
                        <a:lnTo>
                          <a:pt x="1" y="757"/>
                        </a:lnTo>
                        <a:lnTo>
                          <a:pt x="443" y="757"/>
                        </a:lnTo>
                        <a:lnTo>
                          <a:pt x="1073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1" name="Google Shape;1261;p34"/>
                  <p:cNvSpPr/>
                  <p:nvPr/>
                </p:nvSpPr>
                <p:spPr>
                  <a:xfrm flipH="1">
                    <a:off x="6324433" y="3832608"/>
                    <a:ext cx="91136" cy="91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87" h="1387" extrusionOk="0">
                        <a:moveTo>
                          <a:pt x="0" y="0"/>
                        </a:moveTo>
                        <a:lnTo>
                          <a:pt x="0" y="1387"/>
                        </a:lnTo>
                        <a:lnTo>
                          <a:pt x="214" y="1387"/>
                        </a:lnTo>
                        <a:lnTo>
                          <a:pt x="214" y="215"/>
                        </a:lnTo>
                        <a:lnTo>
                          <a:pt x="1387" y="215"/>
                        </a:lnTo>
                        <a:lnTo>
                          <a:pt x="1387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262" name="Google Shape;1262;p34"/>
            <p:cNvGrpSpPr/>
            <p:nvPr/>
          </p:nvGrpSpPr>
          <p:grpSpPr>
            <a:xfrm>
              <a:off x="3" y="-89868"/>
              <a:ext cx="2444908" cy="4660410"/>
              <a:chOff x="5429253" y="1679607"/>
              <a:chExt cx="2444908" cy="4660410"/>
            </a:xfrm>
          </p:grpSpPr>
          <p:sp>
            <p:nvSpPr>
              <p:cNvPr id="1263" name="Google Shape;1263;p34"/>
              <p:cNvSpPr/>
              <p:nvPr/>
            </p:nvSpPr>
            <p:spPr>
              <a:xfrm flipH="1">
                <a:off x="7341040" y="3102019"/>
                <a:ext cx="20764" cy="132532"/>
              </a:xfrm>
              <a:custGeom>
                <a:avLst/>
                <a:gdLst/>
                <a:ahLst/>
                <a:cxnLst/>
                <a:rect l="l" t="t" r="r" b="b"/>
                <a:pathLst>
                  <a:path w="316" h="2017" extrusionOk="0">
                    <a:moveTo>
                      <a:pt x="0" y="1"/>
                    </a:moveTo>
                    <a:lnTo>
                      <a:pt x="0" y="2017"/>
                    </a:lnTo>
                    <a:lnTo>
                      <a:pt x="315" y="2017"/>
                    </a:lnTo>
                    <a:lnTo>
                      <a:pt x="3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>
              <a:xfrm flipH="1">
                <a:off x="7285187" y="3157935"/>
                <a:ext cx="132532" cy="20698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315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017" y="315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4"/>
              <p:cNvSpPr/>
              <p:nvPr/>
            </p:nvSpPr>
            <p:spPr>
              <a:xfrm flipH="1">
                <a:off x="5570981" y="3485810"/>
                <a:ext cx="40082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10" extrusionOk="0">
                    <a:moveTo>
                      <a:pt x="522" y="0"/>
                    </a:moveTo>
                    <a:lnTo>
                      <a:pt x="0" y="523"/>
                    </a:lnTo>
                    <a:lnTo>
                      <a:pt x="87" y="610"/>
                    </a:lnTo>
                    <a:lnTo>
                      <a:pt x="610" y="87"/>
                    </a:lnTo>
                    <a:lnTo>
                      <a:pt x="5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4"/>
              <p:cNvSpPr/>
              <p:nvPr/>
            </p:nvSpPr>
            <p:spPr>
              <a:xfrm flipH="1">
                <a:off x="5570981" y="3486204"/>
                <a:ext cx="4008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04" extrusionOk="0">
                    <a:moveTo>
                      <a:pt x="87" y="1"/>
                    </a:moveTo>
                    <a:lnTo>
                      <a:pt x="0" y="88"/>
                    </a:lnTo>
                    <a:lnTo>
                      <a:pt x="522" y="604"/>
                    </a:lnTo>
                    <a:lnTo>
                      <a:pt x="610" y="523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4"/>
              <p:cNvSpPr/>
              <p:nvPr/>
            </p:nvSpPr>
            <p:spPr>
              <a:xfrm flipH="1">
                <a:off x="5683207" y="3486204"/>
                <a:ext cx="39687" cy="4014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1" extrusionOk="0">
                    <a:moveTo>
                      <a:pt x="523" y="1"/>
                    </a:moveTo>
                    <a:lnTo>
                      <a:pt x="1" y="523"/>
                    </a:lnTo>
                    <a:lnTo>
                      <a:pt x="81" y="610"/>
                    </a:lnTo>
                    <a:lnTo>
                      <a:pt x="604" y="88"/>
                    </a:lnTo>
                    <a:lnTo>
                      <a:pt x="5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>
              <a:xfrm flipH="1">
                <a:off x="5683207" y="3486204"/>
                <a:ext cx="39687" cy="4014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1" extrusionOk="0">
                    <a:moveTo>
                      <a:pt x="81" y="1"/>
                    </a:moveTo>
                    <a:lnTo>
                      <a:pt x="1" y="88"/>
                    </a:lnTo>
                    <a:lnTo>
                      <a:pt x="523" y="610"/>
                    </a:lnTo>
                    <a:lnTo>
                      <a:pt x="604" y="523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4"/>
              <p:cNvSpPr/>
              <p:nvPr/>
            </p:nvSpPr>
            <p:spPr>
              <a:xfrm flipH="1">
                <a:off x="5458755" y="35773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523" y="0"/>
                    </a:moveTo>
                    <a:lnTo>
                      <a:pt x="1" y="523"/>
                    </a:lnTo>
                    <a:lnTo>
                      <a:pt x="81" y="610"/>
                    </a:lnTo>
                    <a:lnTo>
                      <a:pt x="604" y="87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4"/>
              <p:cNvSpPr/>
              <p:nvPr/>
            </p:nvSpPr>
            <p:spPr>
              <a:xfrm flipH="1">
                <a:off x="5458755" y="35773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81" y="0"/>
                    </a:moveTo>
                    <a:lnTo>
                      <a:pt x="1" y="87"/>
                    </a:lnTo>
                    <a:lnTo>
                      <a:pt x="523" y="610"/>
                    </a:lnTo>
                    <a:lnTo>
                      <a:pt x="604" y="52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>
              <a:xfrm flipH="1">
                <a:off x="5570521" y="3577799"/>
                <a:ext cx="39687" cy="3962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3" extrusionOk="0">
                    <a:moveTo>
                      <a:pt x="516" y="0"/>
                    </a:moveTo>
                    <a:lnTo>
                      <a:pt x="0" y="522"/>
                    </a:lnTo>
                    <a:lnTo>
                      <a:pt x="81" y="603"/>
                    </a:lnTo>
                    <a:lnTo>
                      <a:pt x="603" y="80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4"/>
              <p:cNvSpPr/>
              <p:nvPr/>
            </p:nvSpPr>
            <p:spPr>
              <a:xfrm flipH="1">
                <a:off x="5570521" y="35773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81" y="0"/>
                    </a:moveTo>
                    <a:lnTo>
                      <a:pt x="0" y="87"/>
                    </a:lnTo>
                    <a:lnTo>
                      <a:pt x="523" y="610"/>
                    </a:lnTo>
                    <a:lnTo>
                      <a:pt x="603" y="52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4"/>
              <p:cNvSpPr/>
              <p:nvPr/>
            </p:nvSpPr>
            <p:spPr>
              <a:xfrm flipH="1">
                <a:off x="7148716" y="1679607"/>
                <a:ext cx="90742" cy="91202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88" extrusionOk="0">
                    <a:moveTo>
                      <a:pt x="1173" y="1"/>
                    </a:moveTo>
                    <a:lnTo>
                      <a:pt x="1173" y="1173"/>
                    </a:lnTo>
                    <a:lnTo>
                      <a:pt x="0" y="1173"/>
                    </a:lnTo>
                    <a:lnTo>
                      <a:pt x="0" y="1387"/>
                    </a:lnTo>
                    <a:lnTo>
                      <a:pt x="1380" y="1387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4"/>
              <p:cNvSpPr/>
              <p:nvPr/>
            </p:nvSpPr>
            <p:spPr>
              <a:xfrm flipH="1">
                <a:off x="6893908" y="2465192"/>
                <a:ext cx="60385" cy="60779"/>
              </a:xfrm>
              <a:custGeom>
                <a:avLst/>
                <a:gdLst/>
                <a:ahLst/>
                <a:cxnLst/>
                <a:rect l="l" t="t" r="r" b="b"/>
                <a:pathLst>
                  <a:path w="919" h="925" extrusionOk="0">
                    <a:moveTo>
                      <a:pt x="1" y="1"/>
                    </a:moveTo>
                    <a:lnTo>
                      <a:pt x="1" y="925"/>
                    </a:lnTo>
                    <a:lnTo>
                      <a:pt x="918" y="925"/>
                    </a:lnTo>
                    <a:lnTo>
                      <a:pt x="9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4"/>
              <p:cNvSpPr/>
              <p:nvPr/>
            </p:nvSpPr>
            <p:spPr>
              <a:xfrm flipH="1">
                <a:off x="5541930" y="2852926"/>
                <a:ext cx="473620" cy="473620"/>
              </a:xfrm>
              <a:custGeom>
                <a:avLst/>
                <a:gdLst/>
                <a:ahLst/>
                <a:cxnLst/>
                <a:rect l="l" t="t" r="r" b="b"/>
                <a:pathLst>
                  <a:path w="7208" h="7208" fill="none" extrusionOk="0">
                    <a:moveTo>
                      <a:pt x="7208" y="3604"/>
                    </a:moveTo>
                    <a:cubicBezTo>
                      <a:pt x="7208" y="5593"/>
                      <a:pt x="5593" y="7207"/>
                      <a:pt x="3604" y="7207"/>
                    </a:cubicBezTo>
                    <a:cubicBezTo>
                      <a:pt x="1615" y="7207"/>
                      <a:pt x="1" y="5593"/>
                      <a:pt x="1" y="3604"/>
                    </a:cubicBezTo>
                    <a:cubicBezTo>
                      <a:pt x="1" y="1615"/>
                      <a:pt x="1615" y="0"/>
                      <a:pt x="3604" y="0"/>
                    </a:cubicBezTo>
                    <a:cubicBezTo>
                      <a:pt x="5593" y="0"/>
                      <a:pt x="7208" y="1615"/>
                      <a:pt x="7208" y="36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4"/>
              <p:cNvSpPr/>
              <p:nvPr/>
            </p:nvSpPr>
            <p:spPr>
              <a:xfrm flipH="1">
                <a:off x="5644044" y="2750818"/>
                <a:ext cx="136015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29" extrusionOk="0">
                    <a:moveTo>
                      <a:pt x="0" y="1"/>
                    </a:moveTo>
                    <a:lnTo>
                      <a:pt x="0" y="329"/>
                    </a:lnTo>
                    <a:lnTo>
                      <a:pt x="2070" y="329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4"/>
              <p:cNvSpPr/>
              <p:nvPr/>
            </p:nvSpPr>
            <p:spPr>
              <a:xfrm flipH="1">
                <a:off x="5549823" y="2750818"/>
                <a:ext cx="67876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1032" y="329"/>
                    </a:lnTo>
                    <a:lnTo>
                      <a:pt x="10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4"/>
              <p:cNvSpPr/>
              <p:nvPr/>
            </p:nvSpPr>
            <p:spPr>
              <a:xfrm flipH="1">
                <a:off x="5508035" y="2750818"/>
                <a:ext cx="21618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329" h="329" extrusionOk="0">
                    <a:moveTo>
                      <a:pt x="0" y="1"/>
                    </a:moveTo>
                    <a:lnTo>
                      <a:pt x="0" y="329"/>
                    </a:lnTo>
                    <a:lnTo>
                      <a:pt x="328" y="329"/>
                    </a:lnTo>
                    <a:lnTo>
                      <a:pt x="3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4"/>
              <p:cNvSpPr/>
              <p:nvPr/>
            </p:nvSpPr>
            <p:spPr>
              <a:xfrm flipH="1">
                <a:off x="5497455" y="3319441"/>
                <a:ext cx="67876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1032" y="168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4"/>
              <p:cNvSpPr/>
              <p:nvPr/>
            </p:nvSpPr>
            <p:spPr>
              <a:xfrm flipH="1">
                <a:off x="5450410" y="3319441"/>
                <a:ext cx="33905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516" h="168" extrusionOk="0">
                    <a:moveTo>
                      <a:pt x="0" y="0"/>
                    </a:moveTo>
                    <a:lnTo>
                      <a:pt x="0" y="168"/>
                    </a:lnTo>
                    <a:lnTo>
                      <a:pt x="516" y="168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4"/>
              <p:cNvSpPr/>
              <p:nvPr/>
            </p:nvSpPr>
            <p:spPr>
              <a:xfrm flipH="1">
                <a:off x="5429253" y="3319441"/>
                <a:ext cx="11105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168" y="168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4"/>
              <p:cNvSpPr/>
              <p:nvPr/>
            </p:nvSpPr>
            <p:spPr>
              <a:xfrm flipH="1">
                <a:off x="5565331" y="4422803"/>
                <a:ext cx="2308830" cy="1917213"/>
              </a:xfrm>
              <a:custGeom>
                <a:avLst/>
                <a:gdLst/>
                <a:ahLst/>
                <a:cxnLst/>
                <a:rect l="l" t="t" r="r" b="b"/>
                <a:pathLst>
                  <a:path w="35138" h="29178" fill="none" extrusionOk="0">
                    <a:moveTo>
                      <a:pt x="35138" y="29177"/>
                    </a:moveTo>
                    <a:lnTo>
                      <a:pt x="29177" y="29177"/>
                    </a:lnTo>
                    <a:lnTo>
                      <a:pt x="0" y="1"/>
                    </a:lnTo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4"/>
              <p:cNvSpPr/>
              <p:nvPr/>
            </p:nvSpPr>
            <p:spPr>
              <a:xfrm flipH="1">
                <a:off x="6324433" y="3832608"/>
                <a:ext cx="91136" cy="9113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87" extrusionOk="0">
                    <a:moveTo>
                      <a:pt x="0" y="0"/>
                    </a:moveTo>
                    <a:lnTo>
                      <a:pt x="0" y="1387"/>
                    </a:lnTo>
                    <a:lnTo>
                      <a:pt x="214" y="1387"/>
                    </a:lnTo>
                    <a:lnTo>
                      <a:pt x="214" y="215"/>
                    </a:lnTo>
                    <a:lnTo>
                      <a:pt x="1387" y="215"/>
                    </a:ln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 b="1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0" r:id="rId3"/>
    <p:sldLayoutId id="2147483671" r:id="rId4"/>
    <p:sldLayoutId id="2147483672" r:id="rId5"/>
    <p:sldLayoutId id="2147483673" r:id="rId6"/>
    <p:sldLayoutId id="2147483675" r:id="rId7"/>
    <p:sldLayoutId id="2147483678" r:id="rId8"/>
    <p:sldLayoutId id="2147483679" r:id="rId9"/>
    <p:sldLayoutId id="214748368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dpointprotector.com/blog/your-ultimate-guide-to-source-code-protectio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nyk.io/articles/securing-source-code-repositories" TargetMode="External"/><Relationship Id="rId4" Type="http://schemas.openxmlformats.org/officeDocument/2006/relationships/hyperlink" Target="https://www.wiz.io/academy/application-security/source-code-security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8"/>
          <p:cNvSpPr txBox="1">
            <a:spLocks noGrp="1"/>
          </p:cNvSpPr>
          <p:nvPr>
            <p:ph type="ctrTitle"/>
          </p:nvPr>
        </p:nvSpPr>
        <p:spPr>
          <a:xfrm>
            <a:off x="188208" y="937028"/>
            <a:ext cx="5606393" cy="31778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dirty="0"/>
              <a:t>Security Controls </a:t>
            </a:r>
            <a:br>
              <a:rPr lang="en-US" sz="4000" dirty="0"/>
            </a:br>
            <a:r>
              <a:rPr lang="en-US" sz="4000" dirty="0"/>
              <a:t>In Shared Source Code Repositories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1295" name="Google Shape;1295;p38"/>
          <p:cNvSpPr txBox="1">
            <a:spLocks noGrp="1"/>
          </p:cNvSpPr>
          <p:nvPr>
            <p:ph type="subTitle" idx="1"/>
          </p:nvPr>
        </p:nvSpPr>
        <p:spPr>
          <a:xfrm>
            <a:off x="713225" y="3674768"/>
            <a:ext cx="45288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Nardos Gebremedhin</a:t>
            </a:r>
            <a:endParaRPr dirty="0"/>
          </a:p>
        </p:txBody>
      </p:sp>
      <p:sp>
        <p:nvSpPr>
          <p:cNvPr id="1296" name="Google Shape;1296;p38"/>
          <p:cNvSpPr/>
          <p:nvPr/>
        </p:nvSpPr>
        <p:spPr>
          <a:xfrm flipH="1">
            <a:off x="7417192" y="-236589"/>
            <a:ext cx="79703" cy="79309"/>
          </a:xfrm>
          <a:custGeom>
            <a:avLst/>
            <a:gdLst/>
            <a:ahLst/>
            <a:cxnLst/>
            <a:rect l="l" t="t" r="r" b="b"/>
            <a:pathLst>
              <a:path w="1213" h="1207" extrusionOk="0">
                <a:moveTo>
                  <a:pt x="610" y="315"/>
                </a:moveTo>
                <a:cubicBezTo>
                  <a:pt x="764" y="315"/>
                  <a:pt x="891" y="443"/>
                  <a:pt x="891" y="603"/>
                </a:cubicBezTo>
                <a:cubicBezTo>
                  <a:pt x="891" y="757"/>
                  <a:pt x="764" y="885"/>
                  <a:pt x="610" y="885"/>
                </a:cubicBezTo>
                <a:cubicBezTo>
                  <a:pt x="449" y="885"/>
                  <a:pt x="322" y="757"/>
                  <a:pt x="322" y="603"/>
                </a:cubicBezTo>
                <a:cubicBezTo>
                  <a:pt x="322" y="443"/>
                  <a:pt x="449" y="315"/>
                  <a:pt x="610" y="315"/>
                </a:cubicBezTo>
                <a:close/>
                <a:moveTo>
                  <a:pt x="610" y="1"/>
                </a:moveTo>
                <a:cubicBezTo>
                  <a:pt x="275" y="1"/>
                  <a:pt x="0" y="268"/>
                  <a:pt x="0" y="603"/>
                </a:cubicBezTo>
                <a:cubicBezTo>
                  <a:pt x="0" y="938"/>
                  <a:pt x="275" y="1206"/>
                  <a:pt x="610" y="1206"/>
                </a:cubicBezTo>
                <a:cubicBezTo>
                  <a:pt x="938" y="1206"/>
                  <a:pt x="1212" y="938"/>
                  <a:pt x="1212" y="603"/>
                </a:cubicBezTo>
                <a:cubicBezTo>
                  <a:pt x="1212" y="268"/>
                  <a:pt x="938" y="1"/>
                  <a:pt x="61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97" name="Google Shape;1297;p38"/>
          <p:cNvCxnSpPr/>
          <p:nvPr/>
        </p:nvCxnSpPr>
        <p:spPr>
          <a:xfrm>
            <a:off x="797319" y="3590611"/>
            <a:ext cx="4173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8" name="Google Shape;1298;p38"/>
          <p:cNvSpPr/>
          <p:nvPr/>
        </p:nvSpPr>
        <p:spPr>
          <a:xfrm>
            <a:off x="6063449" y="3315544"/>
            <a:ext cx="1389600" cy="31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9" name="Google Shape;1299;p38"/>
          <p:cNvGrpSpPr/>
          <p:nvPr/>
        </p:nvGrpSpPr>
        <p:grpSpPr>
          <a:xfrm>
            <a:off x="5429253" y="-190791"/>
            <a:ext cx="4040601" cy="5570883"/>
            <a:chOff x="5429253" y="-190791"/>
            <a:chExt cx="4040601" cy="5570883"/>
          </a:xfrm>
        </p:grpSpPr>
        <p:grpSp>
          <p:nvGrpSpPr>
            <p:cNvPr id="1300" name="Google Shape;1300;p38"/>
            <p:cNvGrpSpPr/>
            <p:nvPr/>
          </p:nvGrpSpPr>
          <p:grpSpPr>
            <a:xfrm>
              <a:off x="5429253" y="-190791"/>
              <a:ext cx="4040601" cy="5570883"/>
              <a:chOff x="5429253" y="-190791"/>
              <a:chExt cx="4040601" cy="5570883"/>
            </a:xfrm>
          </p:grpSpPr>
          <p:sp>
            <p:nvSpPr>
              <p:cNvPr id="1301" name="Google Shape;1301;p38"/>
              <p:cNvSpPr/>
              <p:nvPr/>
            </p:nvSpPr>
            <p:spPr>
              <a:xfrm flipH="1">
                <a:off x="7341040" y="3102019"/>
                <a:ext cx="20764" cy="132532"/>
              </a:xfrm>
              <a:custGeom>
                <a:avLst/>
                <a:gdLst/>
                <a:ahLst/>
                <a:cxnLst/>
                <a:rect l="l" t="t" r="r" b="b"/>
                <a:pathLst>
                  <a:path w="316" h="2017" extrusionOk="0">
                    <a:moveTo>
                      <a:pt x="0" y="1"/>
                    </a:moveTo>
                    <a:lnTo>
                      <a:pt x="0" y="2017"/>
                    </a:lnTo>
                    <a:lnTo>
                      <a:pt x="315" y="2017"/>
                    </a:lnTo>
                    <a:lnTo>
                      <a:pt x="3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8"/>
              <p:cNvSpPr/>
              <p:nvPr/>
            </p:nvSpPr>
            <p:spPr>
              <a:xfrm flipH="1">
                <a:off x="7285187" y="3157935"/>
                <a:ext cx="132532" cy="20698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315" extrusionOk="0">
                    <a:moveTo>
                      <a:pt x="1" y="0"/>
                    </a:moveTo>
                    <a:lnTo>
                      <a:pt x="1" y="315"/>
                    </a:lnTo>
                    <a:lnTo>
                      <a:pt x="2017" y="315"/>
                    </a:lnTo>
                    <a:lnTo>
                      <a:pt x="20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8"/>
              <p:cNvSpPr/>
              <p:nvPr/>
            </p:nvSpPr>
            <p:spPr>
              <a:xfrm flipH="1">
                <a:off x="5570981" y="3485810"/>
                <a:ext cx="40082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10" extrusionOk="0">
                    <a:moveTo>
                      <a:pt x="522" y="0"/>
                    </a:moveTo>
                    <a:lnTo>
                      <a:pt x="0" y="523"/>
                    </a:lnTo>
                    <a:lnTo>
                      <a:pt x="87" y="610"/>
                    </a:lnTo>
                    <a:lnTo>
                      <a:pt x="610" y="87"/>
                    </a:lnTo>
                    <a:lnTo>
                      <a:pt x="5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8"/>
              <p:cNvSpPr/>
              <p:nvPr/>
            </p:nvSpPr>
            <p:spPr>
              <a:xfrm flipH="1">
                <a:off x="5570981" y="3486204"/>
                <a:ext cx="4008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04" extrusionOk="0">
                    <a:moveTo>
                      <a:pt x="87" y="1"/>
                    </a:moveTo>
                    <a:lnTo>
                      <a:pt x="0" y="88"/>
                    </a:lnTo>
                    <a:lnTo>
                      <a:pt x="522" y="604"/>
                    </a:lnTo>
                    <a:lnTo>
                      <a:pt x="610" y="523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8"/>
              <p:cNvSpPr/>
              <p:nvPr/>
            </p:nvSpPr>
            <p:spPr>
              <a:xfrm flipH="1">
                <a:off x="5683207" y="3486204"/>
                <a:ext cx="39687" cy="4014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1" extrusionOk="0">
                    <a:moveTo>
                      <a:pt x="523" y="1"/>
                    </a:moveTo>
                    <a:lnTo>
                      <a:pt x="1" y="523"/>
                    </a:lnTo>
                    <a:lnTo>
                      <a:pt x="81" y="610"/>
                    </a:lnTo>
                    <a:lnTo>
                      <a:pt x="604" y="88"/>
                    </a:lnTo>
                    <a:lnTo>
                      <a:pt x="5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8"/>
              <p:cNvSpPr/>
              <p:nvPr/>
            </p:nvSpPr>
            <p:spPr>
              <a:xfrm flipH="1">
                <a:off x="5683207" y="3486204"/>
                <a:ext cx="39687" cy="4014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1" extrusionOk="0">
                    <a:moveTo>
                      <a:pt x="81" y="1"/>
                    </a:moveTo>
                    <a:lnTo>
                      <a:pt x="1" y="88"/>
                    </a:lnTo>
                    <a:lnTo>
                      <a:pt x="523" y="610"/>
                    </a:lnTo>
                    <a:lnTo>
                      <a:pt x="604" y="523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8"/>
              <p:cNvSpPr/>
              <p:nvPr/>
            </p:nvSpPr>
            <p:spPr>
              <a:xfrm flipH="1">
                <a:off x="5458755" y="35773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523" y="0"/>
                    </a:moveTo>
                    <a:lnTo>
                      <a:pt x="1" y="523"/>
                    </a:lnTo>
                    <a:lnTo>
                      <a:pt x="81" y="610"/>
                    </a:lnTo>
                    <a:lnTo>
                      <a:pt x="604" y="87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8"/>
              <p:cNvSpPr/>
              <p:nvPr/>
            </p:nvSpPr>
            <p:spPr>
              <a:xfrm flipH="1">
                <a:off x="5458755" y="35773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81" y="0"/>
                    </a:moveTo>
                    <a:lnTo>
                      <a:pt x="1" y="87"/>
                    </a:lnTo>
                    <a:lnTo>
                      <a:pt x="523" y="610"/>
                    </a:lnTo>
                    <a:lnTo>
                      <a:pt x="604" y="52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8"/>
              <p:cNvSpPr/>
              <p:nvPr/>
            </p:nvSpPr>
            <p:spPr>
              <a:xfrm flipH="1">
                <a:off x="5570521" y="3577799"/>
                <a:ext cx="39687" cy="3962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3" extrusionOk="0">
                    <a:moveTo>
                      <a:pt x="516" y="0"/>
                    </a:moveTo>
                    <a:lnTo>
                      <a:pt x="0" y="522"/>
                    </a:lnTo>
                    <a:lnTo>
                      <a:pt x="81" y="603"/>
                    </a:lnTo>
                    <a:lnTo>
                      <a:pt x="603" y="80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8"/>
              <p:cNvSpPr/>
              <p:nvPr/>
            </p:nvSpPr>
            <p:spPr>
              <a:xfrm flipH="1">
                <a:off x="5570521" y="3577339"/>
                <a:ext cx="39687" cy="40082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10" extrusionOk="0">
                    <a:moveTo>
                      <a:pt x="81" y="0"/>
                    </a:moveTo>
                    <a:lnTo>
                      <a:pt x="0" y="87"/>
                    </a:lnTo>
                    <a:lnTo>
                      <a:pt x="523" y="610"/>
                    </a:lnTo>
                    <a:lnTo>
                      <a:pt x="603" y="523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8"/>
              <p:cNvSpPr/>
              <p:nvPr/>
            </p:nvSpPr>
            <p:spPr>
              <a:xfrm flipH="1">
                <a:off x="6833196" y="1954654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523" y="1"/>
                    </a:moveTo>
                    <a:lnTo>
                      <a:pt x="1" y="523"/>
                    </a:lnTo>
                    <a:lnTo>
                      <a:pt x="81" y="604"/>
                    </a:lnTo>
                    <a:lnTo>
                      <a:pt x="604" y="88"/>
                    </a:lnTo>
                    <a:lnTo>
                      <a:pt x="5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8"/>
              <p:cNvSpPr/>
              <p:nvPr/>
            </p:nvSpPr>
            <p:spPr>
              <a:xfrm flipH="1">
                <a:off x="6833196" y="1954654"/>
                <a:ext cx="39687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4" h="604" extrusionOk="0">
                    <a:moveTo>
                      <a:pt x="81" y="1"/>
                    </a:moveTo>
                    <a:lnTo>
                      <a:pt x="1" y="81"/>
                    </a:lnTo>
                    <a:lnTo>
                      <a:pt x="523" y="604"/>
                    </a:lnTo>
                    <a:lnTo>
                      <a:pt x="604" y="523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8"/>
              <p:cNvSpPr/>
              <p:nvPr/>
            </p:nvSpPr>
            <p:spPr>
              <a:xfrm flipH="1">
                <a:off x="6709077" y="1954654"/>
                <a:ext cx="4008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04" extrusionOk="0">
                    <a:moveTo>
                      <a:pt x="522" y="1"/>
                    </a:moveTo>
                    <a:lnTo>
                      <a:pt x="0" y="517"/>
                    </a:lnTo>
                    <a:lnTo>
                      <a:pt x="87" y="604"/>
                    </a:lnTo>
                    <a:lnTo>
                      <a:pt x="610" y="81"/>
                    </a:lnTo>
                    <a:lnTo>
                      <a:pt x="5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8"/>
              <p:cNvSpPr/>
              <p:nvPr/>
            </p:nvSpPr>
            <p:spPr>
              <a:xfrm flipH="1">
                <a:off x="6709077" y="1954654"/>
                <a:ext cx="40082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10" h="604" extrusionOk="0">
                    <a:moveTo>
                      <a:pt x="87" y="1"/>
                    </a:moveTo>
                    <a:lnTo>
                      <a:pt x="0" y="81"/>
                    </a:lnTo>
                    <a:lnTo>
                      <a:pt x="522" y="604"/>
                    </a:lnTo>
                    <a:lnTo>
                      <a:pt x="610" y="523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8"/>
              <p:cNvSpPr/>
              <p:nvPr/>
            </p:nvSpPr>
            <p:spPr>
              <a:xfrm flipH="1">
                <a:off x="6249594" y="2857788"/>
                <a:ext cx="38833" cy="271569"/>
              </a:xfrm>
              <a:custGeom>
                <a:avLst/>
                <a:gdLst/>
                <a:ahLst/>
                <a:cxnLst/>
                <a:rect l="l" t="t" r="r" b="b"/>
                <a:pathLst>
                  <a:path w="591" h="4133" extrusionOk="0">
                    <a:moveTo>
                      <a:pt x="590" y="0"/>
                    </a:moveTo>
                    <a:lnTo>
                      <a:pt x="1" y="590"/>
                    </a:lnTo>
                    <a:lnTo>
                      <a:pt x="1" y="2063"/>
                    </a:lnTo>
                    <a:lnTo>
                      <a:pt x="1" y="3543"/>
                    </a:lnTo>
                    <a:lnTo>
                      <a:pt x="590" y="4133"/>
                    </a:lnTo>
                    <a:lnTo>
                      <a:pt x="590" y="2063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8"/>
              <p:cNvSpPr/>
              <p:nvPr/>
            </p:nvSpPr>
            <p:spPr>
              <a:xfrm flipH="1">
                <a:off x="7576921" y="1681381"/>
                <a:ext cx="191997" cy="191932"/>
              </a:xfrm>
              <a:custGeom>
                <a:avLst/>
                <a:gdLst/>
                <a:ahLst/>
                <a:cxnLst/>
                <a:rect l="l" t="t" r="r" b="b"/>
                <a:pathLst>
                  <a:path w="2922" h="2921" extrusionOk="0">
                    <a:moveTo>
                      <a:pt x="1" y="0"/>
                    </a:moveTo>
                    <a:lnTo>
                      <a:pt x="1461" y="1461"/>
                    </a:lnTo>
                    <a:lnTo>
                      <a:pt x="2921" y="2921"/>
                    </a:lnTo>
                    <a:lnTo>
                      <a:pt x="2921" y="2090"/>
                    </a:lnTo>
                    <a:lnTo>
                      <a:pt x="1876" y="1045"/>
                    </a:lnTo>
                    <a:lnTo>
                      <a:pt x="8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8"/>
              <p:cNvSpPr/>
              <p:nvPr/>
            </p:nvSpPr>
            <p:spPr>
              <a:xfrm flipH="1">
                <a:off x="8038641" y="1332809"/>
                <a:ext cx="79703" cy="79309"/>
              </a:xfrm>
              <a:custGeom>
                <a:avLst/>
                <a:gdLst/>
                <a:ahLst/>
                <a:cxnLst/>
                <a:rect l="l" t="t" r="r" b="b"/>
                <a:pathLst>
                  <a:path w="1213" h="1207" extrusionOk="0">
                    <a:moveTo>
                      <a:pt x="610" y="322"/>
                    </a:moveTo>
                    <a:cubicBezTo>
                      <a:pt x="764" y="322"/>
                      <a:pt x="891" y="449"/>
                      <a:pt x="891" y="603"/>
                    </a:cubicBezTo>
                    <a:cubicBezTo>
                      <a:pt x="891" y="764"/>
                      <a:pt x="764" y="891"/>
                      <a:pt x="610" y="891"/>
                    </a:cubicBezTo>
                    <a:cubicBezTo>
                      <a:pt x="449" y="891"/>
                      <a:pt x="322" y="764"/>
                      <a:pt x="322" y="603"/>
                    </a:cubicBezTo>
                    <a:cubicBezTo>
                      <a:pt x="322" y="449"/>
                      <a:pt x="449" y="322"/>
                      <a:pt x="610" y="322"/>
                    </a:cubicBezTo>
                    <a:close/>
                    <a:moveTo>
                      <a:pt x="610" y="1"/>
                    </a:moveTo>
                    <a:cubicBezTo>
                      <a:pt x="275" y="1"/>
                      <a:pt x="1" y="275"/>
                      <a:pt x="1" y="603"/>
                    </a:cubicBezTo>
                    <a:cubicBezTo>
                      <a:pt x="1" y="938"/>
                      <a:pt x="275" y="1206"/>
                      <a:pt x="610" y="1206"/>
                    </a:cubicBezTo>
                    <a:cubicBezTo>
                      <a:pt x="938" y="1206"/>
                      <a:pt x="1213" y="938"/>
                      <a:pt x="1213" y="603"/>
                    </a:cubicBezTo>
                    <a:cubicBezTo>
                      <a:pt x="1213" y="268"/>
                      <a:pt x="938" y="1"/>
                      <a:pt x="6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8"/>
              <p:cNvSpPr/>
              <p:nvPr/>
            </p:nvSpPr>
            <p:spPr>
              <a:xfrm flipH="1">
                <a:off x="6203402" y="3285537"/>
                <a:ext cx="79309" cy="79309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1207" extrusionOk="0">
                    <a:moveTo>
                      <a:pt x="604" y="315"/>
                    </a:moveTo>
                    <a:cubicBezTo>
                      <a:pt x="758" y="315"/>
                      <a:pt x="885" y="443"/>
                      <a:pt x="885" y="603"/>
                    </a:cubicBezTo>
                    <a:cubicBezTo>
                      <a:pt x="885" y="757"/>
                      <a:pt x="758" y="885"/>
                      <a:pt x="604" y="885"/>
                    </a:cubicBezTo>
                    <a:cubicBezTo>
                      <a:pt x="443" y="885"/>
                      <a:pt x="316" y="757"/>
                      <a:pt x="316" y="603"/>
                    </a:cubicBezTo>
                    <a:cubicBezTo>
                      <a:pt x="316" y="443"/>
                      <a:pt x="443" y="315"/>
                      <a:pt x="604" y="315"/>
                    </a:cubicBezTo>
                    <a:close/>
                    <a:moveTo>
                      <a:pt x="604" y="1"/>
                    </a:moveTo>
                    <a:cubicBezTo>
                      <a:pt x="269" y="1"/>
                      <a:pt x="1" y="269"/>
                      <a:pt x="1" y="603"/>
                    </a:cubicBezTo>
                    <a:cubicBezTo>
                      <a:pt x="1" y="932"/>
                      <a:pt x="269" y="1206"/>
                      <a:pt x="604" y="1206"/>
                    </a:cubicBezTo>
                    <a:cubicBezTo>
                      <a:pt x="932" y="1206"/>
                      <a:pt x="1207" y="932"/>
                      <a:pt x="1207" y="603"/>
                    </a:cubicBezTo>
                    <a:cubicBezTo>
                      <a:pt x="1207" y="269"/>
                      <a:pt x="932" y="1"/>
                      <a:pt x="6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8"/>
              <p:cNvSpPr/>
              <p:nvPr/>
            </p:nvSpPr>
            <p:spPr>
              <a:xfrm flipH="1">
                <a:off x="6232868" y="1385636"/>
                <a:ext cx="1836196" cy="1910117"/>
              </a:xfrm>
              <a:custGeom>
                <a:avLst/>
                <a:gdLst/>
                <a:ahLst/>
                <a:cxnLst/>
                <a:rect l="l" t="t" r="r" b="b"/>
                <a:pathLst>
                  <a:path w="27945" h="29070" extrusionOk="0">
                    <a:moveTo>
                      <a:pt x="222" y="0"/>
                    </a:moveTo>
                    <a:lnTo>
                      <a:pt x="1" y="221"/>
                    </a:lnTo>
                    <a:lnTo>
                      <a:pt x="8943" y="9163"/>
                    </a:lnTo>
                    <a:lnTo>
                      <a:pt x="8989" y="9210"/>
                    </a:lnTo>
                    <a:lnTo>
                      <a:pt x="15620" y="9210"/>
                    </a:lnTo>
                    <a:lnTo>
                      <a:pt x="27630" y="21220"/>
                    </a:lnTo>
                    <a:lnTo>
                      <a:pt x="27630" y="29070"/>
                    </a:lnTo>
                    <a:lnTo>
                      <a:pt x="27945" y="29070"/>
                    </a:lnTo>
                    <a:lnTo>
                      <a:pt x="27945" y="21086"/>
                    </a:lnTo>
                    <a:lnTo>
                      <a:pt x="15801" y="8942"/>
                    </a:lnTo>
                    <a:lnTo>
                      <a:pt x="15754" y="8895"/>
                    </a:lnTo>
                    <a:lnTo>
                      <a:pt x="9117" y="889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8"/>
              <p:cNvSpPr/>
              <p:nvPr/>
            </p:nvSpPr>
            <p:spPr>
              <a:xfrm flipH="1">
                <a:off x="6410237" y="2114846"/>
                <a:ext cx="488995" cy="487747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7423" extrusionOk="0">
                    <a:moveTo>
                      <a:pt x="0" y="1"/>
                    </a:moveTo>
                    <a:lnTo>
                      <a:pt x="0" y="128"/>
                    </a:lnTo>
                    <a:lnTo>
                      <a:pt x="3289" y="128"/>
                    </a:lnTo>
                    <a:lnTo>
                      <a:pt x="7308" y="4154"/>
                    </a:lnTo>
                    <a:lnTo>
                      <a:pt x="7308" y="7422"/>
                    </a:lnTo>
                    <a:lnTo>
                      <a:pt x="7441" y="7422"/>
                    </a:lnTo>
                    <a:lnTo>
                      <a:pt x="7441" y="4100"/>
                    </a:lnTo>
                    <a:lnTo>
                      <a:pt x="33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8"/>
              <p:cNvSpPr/>
              <p:nvPr/>
            </p:nvSpPr>
            <p:spPr>
              <a:xfrm flipH="1">
                <a:off x="7148716" y="1679607"/>
                <a:ext cx="90742" cy="91202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88" extrusionOk="0">
                    <a:moveTo>
                      <a:pt x="1173" y="1"/>
                    </a:moveTo>
                    <a:lnTo>
                      <a:pt x="1173" y="1173"/>
                    </a:lnTo>
                    <a:lnTo>
                      <a:pt x="0" y="1173"/>
                    </a:lnTo>
                    <a:lnTo>
                      <a:pt x="0" y="1387"/>
                    </a:lnTo>
                    <a:lnTo>
                      <a:pt x="1380" y="1387"/>
                    </a:lnTo>
                    <a:lnTo>
                      <a:pt x="138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8"/>
              <p:cNvSpPr/>
              <p:nvPr/>
            </p:nvSpPr>
            <p:spPr>
              <a:xfrm flipH="1">
                <a:off x="6549340" y="3089666"/>
                <a:ext cx="323544" cy="323544"/>
              </a:xfrm>
              <a:custGeom>
                <a:avLst/>
                <a:gdLst/>
                <a:ahLst/>
                <a:cxnLst/>
                <a:rect l="l" t="t" r="r" b="b"/>
                <a:pathLst>
                  <a:path w="4924" h="4924" extrusionOk="0">
                    <a:moveTo>
                      <a:pt x="1" y="1"/>
                    </a:moveTo>
                    <a:lnTo>
                      <a:pt x="1" y="1401"/>
                    </a:lnTo>
                    <a:lnTo>
                      <a:pt x="1762" y="3162"/>
                    </a:lnTo>
                    <a:lnTo>
                      <a:pt x="3524" y="4924"/>
                    </a:lnTo>
                    <a:lnTo>
                      <a:pt x="4924" y="4924"/>
                    </a:lnTo>
                    <a:lnTo>
                      <a:pt x="2459" y="245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8"/>
              <p:cNvSpPr/>
              <p:nvPr/>
            </p:nvSpPr>
            <p:spPr>
              <a:xfrm flipH="1">
                <a:off x="6581475" y="4539412"/>
                <a:ext cx="79243" cy="79243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206" extrusionOk="0">
                    <a:moveTo>
                      <a:pt x="603" y="322"/>
                    </a:moveTo>
                    <a:cubicBezTo>
                      <a:pt x="757" y="322"/>
                      <a:pt x="884" y="449"/>
                      <a:pt x="884" y="603"/>
                    </a:cubicBezTo>
                    <a:cubicBezTo>
                      <a:pt x="884" y="764"/>
                      <a:pt x="757" y="891"/>
                      <a:pt x="603" y="891"/>
                    </a:cubicBezTo>
                    <a:cubicBezTo>
                      <a:pt x="442" y="891"/>
                      <a:pt x="315" y="764"/>
                      <a:pt x="315" y="603"/>
                    </a:cubicBezTo>
                    <a:cubicBezTo>
                      <a:pt x="315" y="449"/>
                      <a:pt x="449" y="322"/>
                      <a:pt x="603" y="322"/>
                    </a:cubicBezTo>
                    <a:close/>
                    <a:moveTo>
                      <a:pt x="603" y="0"/>
                    </a:moveTo>
                    <a:cubicBezTo>
                      <a:pt x="268" y="0"/>
                      <a:pt x="0" y="268"/>
                      <a:pt x="0" y="603"/>
                    </a:cubicBezTo>
                    <a:cubicBezTo>
                      <a:pt x="0" y="938"/>
                      <a:pt x="268" y="1206"/>
                      <a:pt x="603" y="1206"/>
                    </a:cubicBezTo>
                    <a:cubicBezTo>
                      <a:pt x="938" y="1206"/>
                      <a:pt x="1206" y="938"/>
                      <a:pt x="1206" y="603"/>
                    </a:cubicBezTo>
                    <a:cubicBezTo>
                      <a:pt x="1206" y="268"/>
                      <a:pt x="938" y="0"/>
                      <a:pt x="6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8"/>
              <p:cNvSpPr/>
              <p:nvPr/>
            </p:nvSpPr>
            <p:spPr>
              <a:xfrm flipH="1">
                <a:off x="8138514" y="2181341"/>
                <a:ext cx="79309" cy="79703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1213" extrusionOk="0">
                    <a:moveTo>
                      <a:pt x="604" y="322"/>
                    </a:moveTo>
                    <a:cubicBezTo>
                      <a:pt x="758" y="322"/>
                      <a:pt x="885" y="449"/>
                      <a:pt x="885" y="603"/>
                    </a:cubicBezTo>
                    <a:cubicBezTo>
                      <a:pt x="885" y="764"/>
                      <a:pt x="758" y="891"/>
                      <a:pt x="604" y="891"/>
                    </a:cubicBezTo>
                    <a:cubicBezTo>
                      <a:pt x="450" y="891"/>
                      <a:pt x="316" y="764"/>
                      <a:pt x="316" y="603"/>
                    </a:cubicBezTo>
                    <a:cubicBezTo>
                      <a:pt x="316" y="449"/>
                      <a:pt x="450" y="322"/>
                      <a:pt x="604" y="322"/>
                    </a:cubicBezTo>
                    <a:close/>
                    <a:moveTo>
                      <a:pt x="604" y="0"/>
                    </a:moveTo>
                    <a:cubicBezTo>
                      <a:pt x="269" y="0"/>
                      <a:pt x="1" y="275"/>
                      <a:pt x="1" y="603"/>
                    </a:cubicBezTo>
                    <a:cubicBezTo>
                      <a:pt x="1" y="938"/>
                      <a:pt x="269" y="1213"/>
                      <a:pt x="604" y="1213"/>
                    </a:cubicBezTo>
                    <a:cubicBezTo>
                      <a:pt x="939" y="1213"/>
                      <a:pt x="1206" y="938"/>
                      <a:pt x="1206" y="603"/>
                    </a:cubicBezTo>
                    <a:cubicBezTo>
                      <a:pt x="1206" y="275"/>
                      <a:pt x="939" y="0"/>
                      <a:pt x="6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8"/>
              <p:cNvSpPr/>
              <p:nvPr/>
            </p:nvSpPr>
            <p:spPr>
              <a:xfrm flipH="1">
                <a:off x="6538735" y="2232789"/>
                <a:ext cx="1624946" cy="2324731"/>
              </a:xfrm>
              <a:custGeom>
                <a:avLst/>
                <a:gdLst/>
                <a:ahLst/>
                <a:cxnLst/>
                <a:rect l="l" t="t" r="r" b="b"/>
                <a:pathLst>
                  <a:path w="24730" h="35380" extrusionOk="0">
                    <a:moveTo>
                      <a:pt x="228" y="1"/>
                    </a:moveTo>
                    <a:lnTo>
                      <a:pt x="1" y="222"/>
                    </a:lnTo>
                    <a:lnTo>
                      <a:pt x="8500" y="8722"/>
                    </a:lnTo>
                    <a:lnTo>
                      <a:pt x="8547" y="8769"/>
                    </a:lnTo>
                    <a:lnTo>
                      <a:pt x="15285" y="8769"/>
                    </a:lnTo>
                    <a:lnTo>
                      <a:pt x="24408" y="17891"/>
                    </a:lnTo>
                    <a:lnTo>
                      <a:pt x="24408" y="20557"/>
                    </a:lnTo>
                    <a:lnTo>
                      <a:pt x="18748" y="26210"/>
                    </a:lnTo>
                    <a:lnTo>
                      <a:pt x="18748" y="31127"/>
                    </a:lnTo>
                    <a:lnTo>
                      <a:pt x="23002" y="35380"/>
                    </a:lnTo>
                    <a:lnTo>
                      <a:pt x="23229" y="35152"/>
                    </a:lnTo>
                    <a:lnTo>
                      <a:pt x="19070" y="30993"/>
                    </a:lnTo>
                    <a:lnTo>
                      <a:pt x="19070" y="26344"/>
                    </a:lnTo>
                    <a:lnTo>
                      <a:pt x="24730" y="20684"/>
                    </a:lnTo>
                    <a:lnTo>
                      <a:pt x="24730" y="17764"/>
                    </a:lnTo>
                    <a:lnTo>
                      <a:pt x="15466" y="8501"/>
                    </a:lnTo>
                    <a:lnTo>
                      <a:pt x="15419" y="8454"/>
                    </a:lnTo>
                    <a:lnTo>
                      <a:pt x="8681" y="8454"/>
                    </a:lnTo>
                    <a:lnTo>
                      <a:pt x="2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8"/>
              <p:cNvSpPr/>
              <p:nvPr/>
            </p:nvSpPr>
            <p:spPr>
              <a:xfrm flipH="1">
                <a:off x="6753942" y="2795301"/>
                <a:ext cx="658455" cy="1003025"/>
              </a:xfrm>
              <a:custGeom>
                <a:avLst/>
                <a:gdLst/>
                <a:ahLst/>
                <a:cxnLst/>
                <a:rect l="l" t="t" r="r" b="b"/>
                <a:pathLst>
                  <a:path w="10021" h="15265" extrusionOk="0">
                    <a:moveTo>
                      <a:pt x="94" y="0"/>
                    </a:moveTo>
                    <a:lnTo>
                      <a:pt x="0" y="87"/>
                    </a:lnTo>
                    <a:lnTo>
                      <a:pt x="5620" y="5707"/>
                    </a:lnTo>
                    <a:lnTo>
                      <a:pt x="5620" y="10951"/>
                    </a:lnTo>
                    <a:lnTo>
                      <a:pt x="9927" y="15265"/>
                    </a:lnTo>
                    <a:lnTo>
                      <a:pt x="10020" y="15171"/>
                    </a:lnTo>
                    <a:lnTo>
                      <a:pt x="5747" y="10904"/>
                    </a:lnTo>
                    <a:lnTo>
                      <a:pt x="5747" y="5653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8"/>
              <p:cNvSpPr/>
              <p:nvPr/>
            </p:nvSpPr>
            <p:spPr>
              <a:xfrm flipH="1">
                <a:off x="6573979" y="3616040"/>
                <a:ext cx="349958" cy="553323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8421" extrusionOk="0">
                    <a:moveTo>
                      <a:pt x="5199" y="1"/>
                    </a:moveTo>
                    <a:lnTo>
                      <a:pt x="5199" y="3129"/>
                    </a:lnTo>
                    <a:lnTo>
                      <a:pt x="1" y="8333"/>
                    </a:lnTo>
                    <a:lnTo>
                      <a:pt x="88" y="8420"/>
                    </a:lnTo>
                    <a:lnTo>
                      <a:pt x="5326" y="3182"/>
                    </a:lnTo>
                    <a:lnTo>
                      <a:pt x="53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8"/>
              <p:cNvSpPr/>
              <p:nvPr/>
            </p:nvSpPr>
            <p:spPr>
              <a:xfrm flipH="1">
                <a:off x="7591408" y="1709569"/>
                <a:ext cx="1878446" cy="2617787"/>
              </a:xfrm>
              <a:custGeom>
                <a:avLst/>
                <a:gdLst/>
                <a:ahLst/>
                <a:cxnLst/>
                <a:rect l="l" t="t" r="r" b="b"/>
                <a:pathLst>
                  <a:path w="28588" h="39840" extrusionOk="0">
                    <a:moveTo>
                      <a:pt x="0" y="0"/>
                    </a:moveTo>
                    <a:lnTo>
                      <a:pt x="0" y="7348"/>
                    </a:lnTo>
                    <a:lnTo>
                      <a:pt x="13584" y="7348"/>
                    </a:lnTo>
                    <a:lnTo>
                      <a:pt x="21983" y="15747"/>
                    </a:lnTo>
                    <a:lnTo>
                      <a:pt x="21983" y="33457"/>
                    </a:lnTo>
                    <a:lnTo>
                      <a:pt x="28359" y="39840"/>
                    </a:lnTo>
                    <a:lnTo>
                      <a:pt x="28587" y="39612"/>
                    </a:lnTo>
                    <a:lnTo>
                      <a:pt x="22304" y="33329"/>
                    </a:lnTo>
                    <a:lnTo>
                      <a:pt x="22304" y="15613"/>
                    </a:lnTo>
                    <a:lnTo>
                      <a:pt x="13764" y="7073"/>
                    </a:lnTo>
                    <a:lnTo>
                      <a:pt x="13718" y="7026"/>
                    </a:lnTo>
                    <a:lnTo>
                      <a:pt x="315" y="7026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8"/>
              <p:cNvSpPr/>
              <p:nvPr/>
            </p:nvSpPr>
            <p:spPr>
              <a:xfrm flipH="1">
                <a:off x="8125302" y="2301452"/>
                <a:ext cx="323544" cy="323544"/>
              </a:xfrm>
              <a:custGeom>
                <a:avLst/>
                <a:gdLst/>
                <a:ahLst/>
                <a:cxnLst/>
                <a:rect l="l" t="t" r="r" b="b"/>
                <a:pathLst>
                  <a:path w="4924" h="4924" extrusionOk="0">
                    <a:moveTo>
                      <a:pt x="0" y="1"/>
                    </a:moveTo>
                    <a:lnTo>
                      <a:pt x="0" y="1401"/>
                    </a:lnTo>
                    <a:lnTo>
                      <a:pt x="1762" y="3162"/>
                    </a:lnTo>
                    <a:lnTo>
                      <a:pt x="3524" y="4924"/>
                    </a:lnTo>
                    <a:lnTo>
                      <a:pt x="4923" y="4924"/>
                    </a:lnTo>
                    <a:lnTo>
                      <a:pt x="2465" y="246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8"/>
              <p:cNvSpPr/>
              <p:nvPr/>
            </p:nvSpPr>
            <p:spPr>
              <a:xfrm flipH="1">
                <a:off x="7544399" y="4293801"/>
                <a:ext cx="79703" cy="79309"/>
              </a:xfrm>
              <a:custGeom>
                <a:avLst/>
                <a:gdLst/>
                <a:ahLst/>
                <a:cxnLst/>
                <a:rect l="l" t="t" r="r" b="b"/>
                <a:pathLst>
                  <a:path w="1213" h="1207" extrusionOk="0">
                    <a:moveTo>
                      <a:pt x="610" y="315"/>
                    </a:moveTo>
                    <a:cubicBezTo>
                      <a:pt x="764" y="315"/>
                      <a:pt x="891" y="443"/>
                      <a:pt x="891" y="604"/>
                    </a:cubicBezTo>
                    <a:cubicBezTo>
                      <a:pt x="891" y="758"/>
                      <a:pt x="764" y="885"/>
                      <a:pt x="610" y="885"/>
                    </a:cubicBezTo>
                    <a:cubicBezTo>
                      <a:pt x="449" y="885"/>
                      <a:pt x="322" y="758"/>
                      <a:pt x="322" y="604"/>
                    </a:cubicBezTo>
                    <a:cubicBezTo>
                      <a:pt x="322" y="443"/>
                      <a:pt x="449" y="315"/>
                      <a:pt x="610" y="315"/>
                    </a:cubicBezTo>
                    <a:close/>
                    <a:moveTo>
                      <a:pt x="610" y="1"/>
                    </a:moveTo>
                    <a:cubicBezTo>
                      <a:pt x="275" y="1"/>
                      <a:pt x="0" y="269"/>
                      <a:pt x="0" y="604"/>
                    </a:cubicBezTo>
                    <a:cubicBezTo>
                      <a:pt x="0" y="932"/>
                      <a:pt x="275" y="1206"/>
                      <a:pt x="610" y="1206"/>
                    </a:cubicBezTo>
                    <a:cubicBezTo>
                      <a:pt x="938" y="1206"/>
                      <a:pt x="1213" y="932"/>
                      <a:pt x="1213" y="604"/>
                    </a:cubicBezTo>
                    <a:cubicBezTo>
                      <a:pt x="1213" y="269"/>
                      <a:pt x="938" y="1"/>
                      <a:pt x="6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8"/>
              <p:cNvSpPr/>
              <p:nvPr/>
            </p:nvSpPr>
            <p:spPr>
              <a:xfrm flipH="1">
                <a:off x="7341026" y="3027639"/>
                <a:ext cx="676984" cy="959921"/>
              </a:xfrm>
              <a:custGeom>
                <a:avLst/>
                <a:gdLst/>
                <a:ahLst/>
                <a:cxnLst/>
                <a:rect l="l" t="t" r="r" b="b"/>
                <a:pathLst>
                  <a:path w="10303" h="14609" extrusionOk="0">
                    <a:moveTo>
                      <a:pt x="88" y="1"/>
                    </a:moveTo>
                    <a:lnTo>
                      <a:pt x="1" y="94"/>
                    </a:lnTo>
                    <a:lnTo>
                      <a:pt x="6143" y="6236"/>
                    </a:lnTo>
                    <a:lnTo>
                      <a:pt x="6143" y="10537"/>
                    </a:lnTo>
                    <a:lnTo>
                      <a:pt x="10215" y="14609"/>
                    </a:lnTo>
                    <a:lnTo>
                      <a:pt x="10302" y="14515"/>
                    </a:lnTo>
                    <a:lnTo>
                      <a:pt x="6270" y="10483"/>
                    </a:lnTo>
                    <a:lnTo>
                      <a:pt x="6270" y="6183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8"/>
              <p:cNvSpPr/>
              <p:nvPr/>
            </p:nvSpPr>
            <p:spPr>
              <a:xfrm flipH="1">
                <a:off x="5570944" y="-190791"/>
                <a:ext cx="1878906" cy="2617787"/>
              </a:xfrm>
              <a:custGeom>
                <a:avLst/>
                <a:gdLst/>
                <a:ahLst/>
                <a:cxnLst/>
                <a:rect l="l" t="t" r="r" b="b"/>
                <a:pathLst>
                  <a:path w="28595" h="39840" extrusionOk="0">
                    <a:moveTo>
                      <a:pt x="229" y="0"/>
                    </a:moveTo>
                    <a:lnTo>
                      <a:pt x="1" y="221"/>
                    </a:lnTo>
                    <a:lnTo>
                      <a:pt x="6290" y="6511"/>
                    </a:lnTo>
                    <a:lnTo>
                      <a:pt x="6290" y="24227"/>
                    </a:lnTo>
                    <a:lnTo>
                      <a:pt x="14830" y="32767"/>
                    </a:lnTo>
                    <a:lnTo>
                      <a:pt x="14877" y="32807"/>
                    </a:lnTo>
                    <a:lnTo>
                      <a:pt x="28273" y="32807"/>
                    </a:lnTo>
                    <a:lnTo>
                      <a:pt x="28273" y="39840"/>
                    </a:lnTo>
                    <a:lnTo>
                      <a:pt x="28595" y="39840"/>
                    </a:lnTo>
                    <a:lnTo>
                      <a:pt x="28595" y="32492"/>
                    </a:lnTo>
                    <a:lnTo>
                      <a:pt x="15004" y="32492"/>
                    </a:lnTo>
                    <a:lnTo>
                      <a:pt x="6605" y="24093"/>
                    </a:lnTo>
                    <a:lnTo>
                      <a:pt x="6605" y="6377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8"/>
              <p:cNvSpPr/>
              <p:nvPr/>
            </p:nvSpPr>
            <p:spPr>
              <a:xfrm flipH="1">
                <a:off x="6592443" y="1511464"/>
                <a:ext cx="323544" cy="323544"/>
              </a:xfrm>
              <a:custGeom>
                <a:avLst/>
                <a:gdLst/>
                <a:ahLst/>
                <a:cxnLst/>
                <a:rect l="l" t="t" r="r" b="b"/>
                <a:pathLst>
                  <a:path w="4924" h="4924" extrusionOk="0">
                    <a:moveTo>
                      <a:pt x="0" y="1"/>
                    </a:moveTo>
                    <a:lnTo>
                      <a:pt x="2465" y="2459"/>
                    </a:lnTo>
                    <a:lnTo>
                      <a:pt x="4924" y="4924"/>
                    </a:lnTo>
                    <a:lnTo>
                      <a:pt x="4924" y="3517"/>
                    </a:lnTo>
                    <a:lnTo>
                      <a:pt x="3162" y="1756"/>
                    </a:lnTo>
                    <a:lnTo>
                      <a:pt x="140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38"/>
              <p:cNvSpPr/>
              <p:nvPr/>
            </p:nvSpPr>
            <p:spPr>
              <a:xfrm flipH="1">
                <a:off x="5541938" y="2416373"/>
                <a:ext cx="79309" cy="79243"/>
              </a:xfrm>
              <a:custGeom>
                <a:avLst/>
                <a:gdLst/>
                <a:ahLst/>
                <a:cxnLst/>
                <a:rect l="l" t="t" r="r" b="b"/>
                <a:pathLst>
                  <a:path w="1207" h="1206" extrusionOk="0">
                    <a:moveTo>
                      <a:pt x="604" y="315"/>
                    </a:moveTo>
                    <a:cubicBezTo>
                      <a:pt x="758" y="315"/>
                      <a:pt x="885" y="442"/>
                      <a:pt x="885" y="603"/>
                    </a:cubicBezTo>
                    <a:cubicBezTo>
                      <a:pt x="885" y="757"/>
                      <a:pt x="758" y="884"/>
                      <a:pt x="604" y="884"/>
                    </a:cubicBezTo>
                    <a:cubicBezTo>
                      <a:pt x="443" y="884"/>
                      <a:pt x="316" y="757"/>
                      <a:pt x="316" y="603"/>
                    </a:cubicBezTo>
                    <a:cubicBezTo>
                      <a:pt x="316" y="442"/>
                      <a:pt x="443" y="315"/>
                      <a:pt x="604" y="315"/>
                    </a:cubicBezTo>
                    <a:close/>
                    <a:moveTo>
                      <a:pt x="604" y="0"/>
                    </a:moveTo>
                    <a:cubicBezTo>
                      <a:pt x="269" y="0"/>
                      <a:pt x="1" y="268"/>
                      <a:pt x="1" y="603"/>
                    </a:cubicBezTo>
                    <a:cubicBezTo>
                      <a:pt x="1" y="938"/>
                      <a:pt x="269" y="1206"/>
                      <a:pt x="604" y="1206"/>
                    </a:cubicBezTo>
                    <a:cubicBezTo>
                      <a:pt x="939" y="1206"/>
                      <a:pt x="1207" y="938"/>
                      <a:pt x="1207" y="603"/>
                    </a:cubicBezTo>
                    <a:cubicBezTo>
                      <a:pt x="1207" y="268"/>
                      <a:pt x="932" y="0"/>
                      <a:pt x="60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38"/>
              <p:cNvSpPr/>
              <p:nvPr/>
            </p:nvSpPr>
            <p:spPr>
              <a:xfrm flipH="1">
                <a:off x="7023271" y="148911"/>
                <a:ext cx="676984" cy="959527"/>
              </a:xfrm>
              <a:custGeom>
                <a:avLst/>
                <a:gdLst/>
                <a:ahLst/>
                <a:cxnLst/>
                <a:rect l="l" t="t" r="r" b="b"/>
                <a:pathLst>
                  <a:path w="10303" h="14603" extrusionOk="0">
                    <a:moveTo>
                      <a:pt x="88" y="1"/>
                    </a:moveTo>
                    <a:lnTo>
                      <a:pt x="1" y="88"/>
                    </a:lnTo>
                    <a:lnTo>
                      <a:pt x="4033" y="4127"/>
                    </a:lnTo>
                    <a:lnTo>
                      <a:pt x="4033" y="8427"/>
                    </a:lnTo>
                    <a:lnTo>
                      <a:pt x="10215" y="14603"/>
                    </a:lnTo>
                    <a:lnTo>
                      <a:pt x="10302" y="14516"/>
                    </a:lnTo>
                    <a:lnTo>
                      <a:pt x="4160" y="8373"/>
                    </a:lnTo>
                    <a:lnTo>
                      <a:pt x="4160" y="4073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38"/>
              <p:cNvSpPr/>
              <p:nvPr/>
            </p:nvSpPr>
            <p:spPr>
              <a:xfrm flipH="1">
                <a:off x="5578462" y="1954654"/>
                <a:ext cx="484593" cy="284842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4335" extrusionOk="0">
                    <a:moveTo>
                      <a:pt x="87" y="1"/>
                    </a:moveTo>
                    <a:lnTo>
                      <a:pt x="0" y="95"/>
                    </a:lnTo>
                    <a:lnTo>
                      <a:pt x="2077" y="2171"/>
                    </a:lnTo>
                    <a:lnTo>
                      <a:pt x="5124" y="2171"/>
                    </a:lnTo>
                    <a:lnTo>
                      <a:pt x="7281" y="4334"/>
                    </a:lnTo>
                    <a:lnTo>
                      <a:pt x="7375" y="4241"/>
                    </a:lnTo>
                    <a:lnTo>
                      <a:pt x="5178" y="2044"/>
                    </a:lnTo>
                    <a:lnTo>
                      <a:pt x="2130" y="2044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38"/>
              <p:cNvSpPr/>
              <p:nvPr/>
            </p:nvSpPr>
            <p:spPr>
              <a:xfrm flipH="1">
                <a:off x="6893908" y="2465192"/>
                <a:ext cx="60385" cy="60779"/>
              </a:xfrm>
              <a:custGeom>
                <a:avLst/>
                <a:gdLst/>
                <a:ahLst/>
                <a:cxnLst/>
                <a:rect l="l" t="t" r="r" b="b"/>
                <a:pathLst>
                  <a:path w="919" h="925" extrusionOk="0">
                    <a:moveTo>
                      <a:pt x="1" y="1"/>
                    </a:moveTo>
                    <a:lnTo>
                      <a:pt x="1" y="925"/>
                    </a:lnTo>
                    <a:lnTo>
                      <a:pt x="918" y="925"/>
                    </a:lnTo>
                    <a:lnTo>
                      <a:pt x="91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38"/>
              <p:cNvSpPr/>
              <p:nvPr/>
            </p:nvSpPr>
            <p:spPr>
              <a:xfrm flipH="1">
                <a:off x="7793953" y="2112218"/>
                <a:ext cx="11499" cy="72278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100" extrusionOk="0">
                    <a:moveTo>
                      <a:pt x="1" y="1"/>
                    </a:moveTo>
                    <a:lnTo>
                      <a:pt x="1" y="1099"/>
                    </a:lnTo>
                    <a:lnTo>
                      <a:pt x="175" y="1099"/>
                    </a:ln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38"/>
              <p:cNvSpPr/>
              <p:nvPr/>
            </p:nvSpPr>
            <p:spPr>
              <a:xfrm flipH="1">
                <a:off x="7763529" y="2142574"/>
                <a:ext cx="71818" cy="11565"/>
              </a:xfrm>
              <a:custGeom>
                <a:avLst/>
                <a:gdLst/>
                <a:ahLst/>
                <a:cxnLst/>
                <a:rect l="l" t="t" r="r" b="b"/>
                <a:pathLst>
                  <a:path w="1093" h="176" extrusionOk="0">
                    <a:moveTo>
                      <a:pt x="0" y="1"/>
                    </a:moveTo>
                    <a:lnTo>
                      <a:pt x="0" y="175"/>
                    </a:lnTo>
                    <a:lnTo>
                      <a:pt x="1092" y="175"/>
                    </a:lnTo>
                    <a:lnTo>
                      <a:pt x="109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38"/>
              <p:cNvSpPr/>
              <p:nvPr/>
            </p:nvSpPr>
            <p:spPr>
              <a:xfrm flipH="1">
                <a:off x="7640330" y="2134689"/>
                <a:ext cx="70504" cy="49806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758" extrusionOk="0">
                    <a:moveTo>
                      <a:pt x="631" y="0"/>
                    </a:moveTo>
                    <a:lnTo>
                      <a:pt x="1" y="757"/>
                    </a:lnTo>
                    <a:lnTo>
                      <a:pt x="450" y="757"/>
                    </a:ln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38"/>
              <p:cNvSpPr/>
              <p:nvPr/>
            </p:nvSpPr>
            <p:spPr>
              <a:xfrm flipH="1">
                <a:off x="7586648" y="2134689"/>
                <a:ext cx="70438" cy="49806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758" extrusionOk="0">
                    <a:moveTo>
                      <a:pt x="623" y="0"/>
                    </a:moveTo>
                    <a:lnTo>
                      <a:pt x="0" y="757"/>
                    </a:lnTo>
                    <a:lnTo>
                      <a:pt x="442" y="757"/>
                    </a:lnTo>
                    <a:lnTo>
                      <a:pt x="10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8"/>
              <p:cNvSpPr/>
              <p:nvPr/>
            </p:nvSpPr>
            <p:spPr>
              <a:xfrm flipH="1">
                <a:off x="7533361" y="2134689"/>
                <a:ext cx="70044" cy="49806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758" extrusionOk="0">
                    <a:moveTo>
                      <a:pt x="623" y="0"/>
                    </a:moveTo>
                    <a:lnTo>
                      <a:pt x="0" y="757"/>
                    </a:lnTo>
                    <a:lnTo>
                      <a:pt x="442" y="757"/>
                    </a:lnTo>
                    <a:lnTo>
                      <a:pt x="10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8"/>
              <p:cNvSpPr/>
              <p:nvPr/>
            </p:nvSpPr>
            <p:spPr>
              <a:xfrm flipH="1">
                <a:off x="7288670" y="2376292"/>
                <a:ext cx="136080" cy="22078"/>
              </a:xfrm>
              <a:custGeom>
                <a:avLst/>
                <a:gdLst/>
                <a:ahLst/>
                <a:cxnLst/>
                <a:rect l="l" t="t" r="r" b="b"/>
                <a:pathLst>
                  <a:path w="2071" h="336" extrusionOk="0">
                    <a:moveTo>
                      <a:pt x="1" y="1"/>
                    </a:moveTo>
                    <a:lnTo>
                      <a:pt x="1" y="335"/>
                    </a:lnTo>
                    <a:lnTo>
                      <a:pt x="2070" y="335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8"/>
              <p:cNvSpPr/>
              <p:nvPr/>
            </p:nvSpPr>
            <p:spPr>
              <a:xfrm flipH="1">
                <a:off x="7194054" y="2376292"/>
                <a:ext cx="68270" cy="22078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336" extrusionOk="0">
                    <a:moveTo>
                      <a:pt x="0" y="1"/>
                    </a:moveTo>
                    <a:lnTo>
                      <a:pt x="0" y="335"/>
                    </a:lnTo>
                    <a:lnTo>
                      <a:pt x="1038" y="335"/>
                    </a:lnTo>
                    <a:lnTo>
                      <a:pt x="103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8"/>
              <p:cNvSpPr/>
              <p:nvPr/>
            </p:nvSpPr>
            <p:spPr>
              <a:xfrm flipH="1">
                <a:off x="7152266" y="2376292"/>
                <a:ext cx="21618" cy="22078"/>
              </a:xfrm>
              <a:custGeom>
                <a:avLst/>
                <a:gdLst/>
                <a:ahLst/>
                <a:cxnLst/>
                <a:rect l="l" t="t" r="r" b="b"/>
                <a:pathLst>
                  <a:path w="329" h="336" extrusionOk="0">
                    <a:moveTo>
                      <a:pt x="0" y="1"/>
                    </a:moveTo>
                    <a:lnTo>
                      <a:pt x="0" y="335"/>
                    </a:lnTo>
                    <a:lnTo>
                      <a:pt x="329" y="335"/>
                    </a:lnTo>
                    <a:lnTo>
                      <a:pt x="32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38"/>
              <p:cNvSpPr/>
              <p:nvPr/>
            </p:nvSpPr>
            <p:spPr>
              <a:xfrm flipH="1">
                <a:off x="7037393" y="2113138"/>
                <a:ext cx="943625" cy="278600"/>
              </a:xfrm>
              <a:custGeom>
                <a:avLst/>
                <a:gdLst/>
                <a:ahLst/>
                <a:cxnLst/>
                <a:rect l="l" t="t" r="r" b="b"/>
                <a:pathLst>
                  <a:path w="14361" h="4240" extrusionOk="0">
                    <a:moveTo>
                      <a:pt x="134" y="0"/>
                    </a:moveTo>
                    <a:lnTo>
                      <a:pt x="0" y="134"/>
                    </a:lnTo>
                    <a:lnTo>
                      <a:pt x="2579" y="2706"/>
                    </a:lnTo>
                    <a:lnTo>
                      <a:pt x="12700" y="2706"/>
                    </a:lnTo>
                    <a:lnTo>
                      <a:pt x="14227" y="4240"/>
                    </a:lnTo>
                    <a:lnTo>
                      <a:pt x="14361" y="4106"/>
                    </a:lnTo>
                    <a:lnTo>
                      <a:pt x="12773" y="2525"/>
                    </a:lnTo>
                    <a:lnTo>
                      <a:pt x="2653" y="2525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38"/>
              <p:cNvSpPr/>
              <p:nvPr/>
            </p:nvSpPr>
            <p:spPr>
              <a:xfrm flipH="1">
                <a:off x="5541930" y="2852926"/>
                <a:ext cx="473620" cy="473620"/>
              </a:xfrm>
              <a:custGeom>
                <a:avLst/>
                <a:gdLst/>
                <a:ahLst/>
                <a:cxnLst/>
                <a:rect l="l" t="t" r="r" b="b"/>
                <a:pathLst>
                  <a:path w="7208" h="7208" fill="none" extrusionOk="0">
                    <a:moveTo>
                      <a:pt x="7208" y="3604"/>
                    </a:moveTo>
                    <a:cubicBezTo>
                      <a:pt x="7208" y="5593"/>
                      <a:pt x="5593" y="7207"/>
                      <a:pt x="3604" y="7207"/>
                    </a:cubicBezTo>
                    <a:cubicBezTo>
                      <a:pt x="1615" y="7207"/>
                      <a:pt x="1" y="5593"/>
                      <a:pt x="1" y="3604"/>
                    </a:cubicBezTo>
                    <a:cubicBezTo>
                      <a:pt x="1" y="1615"/>
                      <a:pt x="1615" y="0"/>
                      <a:pt x="3604" y="0"/>
                    </a:cubicBezTo>
                    <a:cubicBezTo>
                      <a:pt x="5593" y="0"/>
                      <a:pt x="7208" y="1615"/>
                      <a:pt x="7208" y="360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38"/>
              <p:cNvSpPr/>
              <p:nvPr/>
            </p:nvSpPr>
            <p:spPr>
              <a:xfrm flipH="1">
                <a:off x="5644044" y="2750818"/>
                <a:ext cx="136015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329" extrusionOk="0">
                    <a:moveTo>
                      <a:pt x="0" y="1"/>
                    </a:moveTo>
                    <a:lnTo>
                      <a:pt x="0" y="329"/>
                    </a:lnTo>
                    <a:lnTo>
                      <a:pt x="2070" y="329"/>
                    </a:lnTo>
                    <a:lnTo>
                      <a:pt x="20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38"/>
              <p:cNvSpPr/>
              <p:nvPr/>
            </p:nvSpPr>
            <p:spPr>
              <a:xfrm flipH="1">
                <a:off x="5549823" y="2750818"/>
                <a:ext cx="67876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1032" y="329"/>
                    </a:lnTo>
                    <a:lnTo>
                      <a:pt x="10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38"/>
              <p:cNvSpPr/>
              <p:nvPr/>
            </p:nvSpPr>
            <p:spPr>
              <a:xfrm flipH="1">
                <a:off x="5508035" y="2750818"/>
                <a:ext cx="21618" cy="21618"/>
              </a:xfrm>
              <a:custGeom>
                <a:avLst/>
                <a:gdLst/>
                <a:ahLst/>
                <a:cxnLst/>
                <a:rect l="l" t="t" r="r" b="b"/>
                <a:pathLst>
                  <a:path w="329" h="329" extrusionOk="0">
                    <a:moveTo>
                      <a:pt x="0" y="1"/>
                    </a:moveTo>
                    <a:lnTo>
                      <a:pt x="0" y="329"/>
                    </a:lnTo>
                    <a:lnTo>
                      <a:pt x="328" y="329"/>
                    </a:lnTo>
                    <a:lnTo>
                      <a:pt x="3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38"/>
              <p:cNvSpPr/>
              <p:nvPr/>
            </p:nvSpPr>
            <p:spPr>
              <a:xfrm flipH="1">
                <a:off x="5497455" y="3319441"/>
                <a:ext cx="67876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1032" y="168"/>
                    </a:lnTo>
                    <a:lnTo>
                      <a:pt x="103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8"/>
              <p:cNvSpPr/>
              <p:nvPr/>
            </p:nvSpPr>
            <p:spPr>
              <a:xfrm flipH="1">
                <a:off x="5450410" y="3319441"/>
                <a:ext cx="33905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516" h="168" extrusionOk="0">
                    <a:moveTo>
                      <a:pt x="0" y="0"/>
                    </a:moveTo>
                    <a:lnTo>
                      <a:pt x="0" y="168"/>
                    </a:lnTo>
                    <a:lnTo>
                      <a:pt x="516" y="168"/>
                    </a:lnTo>
                    <a:lnTo>
                      <a:pt x="5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8"/>
              <p:cNvSpPr/>
              <p:nvPr/>
            </p:nvSpPr>
            <p:spPr>
              <a:xfrm flipH="1">
                <a:off x="5429253" y="3319441"/>
                <a:ext cx="11105" cy="11039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68" extrusionOk="0">
                    <a:moveTo>
                      <a:pt x="1" y="0"/>
                    </a:moveTo>
                    <a:lnTo>
                      <a:pt x="1" y="168"/>
                    </a:lnTo>
                    <a:lnTo>
                      <a:pt x="168" y="168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8"/>
              <p:cNvSpPr/>
              <p:nvPr/>
            </p:nvSpPr>
            <p:spPr>
              <a:xfrm flipH="1">
                <a:off x="6539181" y="3462878"/>
                <a:ext cx="2308830" cy="1917213"/>
              </a:xfrm>
              <a:custGeom>
                <a:avLst/>
                <a:gdLst/>
                <a:ahLst/>
                <a:cxnLst/>
                <a:rect l="l" t="t" r="r" b="b"/>
                <a:pathLst>
                  <a:path w="35138" h="29178" fill="none" extrusionOk="0">
                    <a:moveTo>
                      <a:pt x="35138" y="29177"/>
                    </a:moveTo>
                    <a:lnTo>
                      <a:pt x="29177" y="29177"/>
                    </a:lnTo>
                    <a:lnTo>
                      <a:pt x="0" y="1"/>
                    </a:lnTo>
                  </a:path>
                </a:pathLst>
              </a:custGeom>
              <a:noFill/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8"/>
              <p:cNvSpPr/>
              <p:nvPr/>
            </p:nvSpPr>
            <p:spPr>
              <a:xfrm flipH="1">
                <a:off x="7479679" y="2134689"/>
                <a:ext cx="70044" cy="49806"/>
              </a:xfrm>
              <a:custGeom>
                <a:avLst/>
                <a:gdLst/>
                <a:ahLst/>
                <a:cxnLst/>
                <a:rect l="l" t="t" r="r" b="b"/>
                <a:pathLst>
                  <a:path w="1066" h="758" extrusionOk="0">
                    <a:moveTo>
                      <a:pt x="623" y="0"/>
                    </a:moveTo>
                    <a:lnTo>
                      <a:pt x="0" y="757"/>
                    </a:lnTo>
                    <a:lnTo>
                      <a:pt x="442" y="757"/>
                    </a:lnTo>
                    <a:lnTo>
                      <a:pt x="106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8"/>
              <p:cNvSpPr/>
              <p:nvPr/>
            </p:nvSpPr>
            <p:spPr>
              <a:xfrm flipH="1">
                <a:off x="7425997" y="2134689"/>
                <a:ext cx="70504" cy="49806"/>
              </a:xfrm>
              <a:custGeom>
                <a:avLst/>
                <a:gdLst/>
                <a:ahLst/>
                <a:cxnLst/>
                <a:rect l="l" t="t" r="r" b="b"/>
                <a:pathLst>
                  <a:path w="1073" h="758" extrusionOk="0">
                    <a:moveTo>
                      <a:pt x="630" y="0"/>
                    </a:moveTo>
                    <a:lnTo>
                      <a:pt x="1" y="757"/>
                    </a:lnTo>
                    <a:lnTo>
                      <a:pt x="443" y="757"/>
                    </a:ln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8"/>
              <p:cNvSpPr/>
              <p:nvPr/>
            </p:nvSpPr>
            <p:spPr>
              <a:xfrm flipH="1">
                <a:off x="6324433" y="3832608"/>
                <a:ext cx="91136" cy="9113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87" extrusionOk="0">
                    <a:moveTo>
                      <a:pt x="0" y="0"/>
                    </a:moveTo>
                    <a:lnTo>
                      <a:pt x="0" y="1387"/>
                    </a:lnTo>
                    <a:lnTo>
                      <a:pt x="214" y="1387"/>
                    </a:lnTo>
                    <a:lnTo>
                      <a:pt x="214" y="215"/>
                    </a:lnTo>
                    <a:lnTo>
                      <a:pt x="1387" y="215"/>
                    </a:lnTo>
                    <a:lnTo>
                      <a:pt x="13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8" name="Google Shape;1358;p38"/>
            <p:cNvGrpSpPr/>
            <p:nvPr/>
          </p:nvGrpSpPr>
          <p:grpSpPr>
            <a:xfrm>
              <a:off x="5697704" y="1353573"/>
              <a:ext cx="2674134" cy="2546856"/>
              <a:chOff x="5697704" y="1353573"/>
              <a:chExt cx="2674134" cy="2546856"/>
            </a:xfrm>
          </p:grpSpPr>
          <p:grpSp>
            <p:nvGrpSpPr>
              <p:cNvPr id="1359" name="Google Shape;1359;p38"/>
              <p:cNvGrpSpPr/>
              <p:nvPr/>
            </p:nvGrpSpPr>
            <p:grpSpPr>
              <a:xfrm>
                <a:off x="5697704" y="1800638"/>
                <a:ext cx="2674134" cy="2099791"/>
                <a:chOff x="5697704" y="1800638"/>
                <a:chExt cx="2674134" cy="2099791"/>
              </a:xfrm>
            </p:grpSpPr>
            <p:sp>
              <p:nvSpPr>
                <p:cNvPr id="1360" name="Google Shape;1360;p38"/>
                <p:cNvSpPr/>
                <p:nvPr/>
              </p:nvSpPr>
              <p:spPr>
                <a:xfrm flipH="1">
                  <a:off x="6239442" y="1800638"/>
                  <a:ext cx="1690523" cy="11179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28" h="17014" extrusionOk="0">
                      <a:moveTo>
                        <a:pt x="0" y="1"/>
                      </a:moveTo>
                      <a:lnTo>
                        <a:pt x="4876" y="4883"/>
                      </a:lnTo>
                      <a:lnTo>
                        <a:pt x="4876" y="6116"/>
                      </a:lnTo>
                      <a:lnTo>
                        <a:pt x="9465" y="10704"/>
                      </a:lnTo>
                      <a:lnTo>
                        <a:pt x="11829" y="10704"/>
                      </a:lnTo>
                      <a:lnTo>
                        <a:pt x="18145" y="17013"/>
                      </a:lnTo>
                      <a:lnTo>
                        <a:pt x="25727" y="17013"/>
                      </a:lnTo>
                      <a:lnTo>
                        <a:pt x="22934" y="14227"/>
                      </a:lnTo>
                      <a:lnTo>
                        <a:pt x="22934" y="12178"/>
                      </a:lnTo>
                      <a:lnTo>
                        <a:pt x="18534" y="7784"/>
                      </a:lnTo>
                      <a:lnTo>
                        <a:pt x="15077" y="7784"/>
                      </a:lnTo>
                      <a:lnTo>
                        <a:pt x="7301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1" name="Google Shape;1361;p38"/>
                <p:cNvSpPr/>
                <p:nvPr/>
              </p:nvSpPr>
              <p:spPr>
                <a:xfrm flipH="1">
                  <a:off x="7161901" y="2772370"/>
                  <a:ext cx="1209938" cy="71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4" h="10865" extrusionOk="0">
                      <a:moveTo>
                        <a:pt x="6799" y="1"/>
                      </a:moveTo>
                      <a:lnTo>
                        <a:pt x="1" y="48"/>
                      </a:lnTo>
                      <a:lnTo>
                        <a:pt x="7254" y="7295"/>
                      </a:lnTo>
                      <a:lnTo>
                        <a:pt x="10503" y="7295"/>
                      </a:lnTo>
                      <a:lnTo>
                        <a:pt x="14080" y="10865"/>
                      </a:lnTo>
                      <a:lnTo>
                        <a:pt x="18413" y="10865"/>
                      </a:lnTo>
                      <a:lnTo>
                        <a:pt x="9646" y="2104"/>
                      </a:lnTo>
                      <a:lnTo>
                        <a:pt x="8895" y="2104"/>
                      </a:lnTo>
                      <a:lnTo>
                        <a:pt x="679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2" name="Google Shape;1362;p38"/>
                <p:cNvSpPr/>
                <p:nvPr/>
              </p:nvSpPr>
              <p:spPr>
                <a:xfrm flipH="1">
                  <a:off x="5697704" y="3186517"/>
                  <a:ext cx="1209478" cy="71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07" h="10865" extrusionOk="0">
                      <a:moveTo>
                        <a:pt x="0" y="1"/>
                      </a:moveTo>
                      <a:lnTo>
                        <a:pt x="8761" y="8768"/>
                      </a:lnTo>
                      <a:lnTo>
                        <a:pt x="9512" y="8768"/>
                      </a:lnTo>
                      <a:lnTo>
                        <a:pt x="11608" y="10865"/>
                      </a:lnTo>
                      <a:lnTo>
                        <a:pt x="18407" y="10824"/>
                      </a:lnTo>
                      <a:lnTo>
                        <a:pt x="11159" y="3577"/>
                      </a:lnTo>
                      <a:lnTo>
                        <a:pt x="7904" y="3577"/>
                      </a:lnTo>
                      <a:lnTo>
                        <a:pt x="433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63" name="Google Shape;1363;p38"/>
              <p:cNvGrpSpPr/>
              <p:nvPr/>
            </p:nvGrpSpPr>
            <p:grpSpPr>
              <a:xfrm>
                <a:off x="5807530" y="1353573"/>
                <a:ext cx="1943522" cy="2437483"/>
                <a:chOff x="5807530" y="1353573"/>
                <a:chExt cx="1943522" cy="2437483"/>
              </a:xfrm>
            </p:grpSpPr>
            <p:grpSp>
              <p:nvGrpSpPr>
                <p:cNvPr id="1364" name="Google Shape;1364;p38"/>
                <p:cNvGrpSpPr/>
                <p:nvPr/>
              </p:nvGrpSpPr>
              <p:grpSpPr>
                <a:xfrm>
                  <a:off x="5807530" y="1509462"/>
                  <a:ext cx="1943511" cy="2281594"/>
                  <a:chOff x="5807530" y="1509462"/>
                  <a:chExt cx="1943511" cy="2281594"/>
                </a:xfrm>
              </p:grpSpPr>
              <p:sp>
                <p:nvSpPr>
                  <p:cNvPr id="1365" name="Google Shape;1365;p38"/>
                  <p:cNvSpPr/>
                  <p:nvPr/>
                </p:nvSpPr>
                <p:spPr>
                  <a:xfrm>
                    <a:off x="6063283" y="1673107"/>
                    <a:ext cx="1389455" cy="19542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99" h="47115" extrusionOk="0">
                        <a:moveTo>
                          <a:pt x="1" y="0"/>
                        </a:moveTo>
                        <a:lnTo>
                          <a:pt x="1" y="47114"/>
                        </a:lnTo>
                        <a:lnTo>
                          <a:pt x="33499" y="47114"/>
                        </a:lnTo>
                        <a:lnTo>
                          <a:pt x="33499" y="3011"/>
                        </a:lnTo>
                        <a:lnTo>
                          <a:pt x="30651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366" name="Google Shape;1366;p38"/>
                  <p:cNvGrpSpPr/>
                  <p:nvPr/>
                </p:nvGrpSpPr>
                <p:grpSpPr>
                  <a:xfrm>
                    <a:off x="5807530" y="1509462"/>
                    <a:ext cx="1943511" cy="2281594"/>
                    <a:chOff x="5121100" y="2075300"/>
                    <a:chExt cx="1171425" cy="1375200"/>
                  </a:xfrm>
                </p:grpSpPr>
                <p:sp>
                  <p:nvSpPr>
                    <p:cNvPr id="1367" name="Google Shape;1367;p38"/>
                    <p:cNvSpPr/>
                    <p:nvPr/>
                  </p:nvSpPr>
                  <p:spPr>
                    <a:xfrm>
                      <a:off x="5173975" y="3377250"/>
                      <a:ext cx="73275" cy="73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31" h="2930" extrusionOk="0">
                          <a:moveTo>
                            <a:pt x="1" y="0"/>
                          </a:moveTo>
                          <a:lnTo>
                            <a:pt x="1" y="2930"/>
                          </a:lnTo>
                          <a:lnTo>
                            <a:pt x="2930" y="2930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8" name="Google Shape;1368;p38"/>
                    <p:cNvSpPr/>
                    <p:nvPr/>
                  </p:nvSpPr>
                  <p:spPr>
                    <a:xfrm>
                      <a:off x="5175325" y="2075300"/>
                      <a:ext cx="1031750" cy="1375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270" h="55008" fill="none" extrusionOk="0">
                          <a:moveTo>
                            <a:pt x="37757" y="1"/>
                          </a:moveTo>
                          <a:lnTo>
                            <a:pt x="1" y="1"/>
                          </a:lnTo>
                          <a:lnTo>
                            <a:pt x="1" y="55008"/>
                          </a:lnTo>
                          <a:lnTo>
                            <a:pt x="41270" y="55008"/>
                          </a:lnTo>
                          <a:lnTo>
                            <a:pt x="41270" y="3527"/>
                          </a:lnTo>
                          <a:close/>
                        </a:path>
                      </a:pathLst>
                    </a:custGeom>
                    <a:noFill/>
                    <a:ln w="19050" cap="flat" cmpd="sng">
                      <a:solidFill>
                        <a:schemeClr val="dk2"/>
                      </a:solidFill>
                      <a:prstDash val="solid"/>
                      <a:miter lim="13561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69" name="Google Shape;1369;p38"/>
                    <p:cNvSpPr/>
                    <p:nvPr/>
                  </p:nvSpPr>
                  <p:spPr>
                    <a:xfrm>
                      <a:off x="5625250" y="2075300"/>
                      <a:ext cx="173950" cy="336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58" h="1344" fill="none" extrusionOk="0">
                          <a:moveTo>
                            <a:pt x="6958" y="1"/>
                          </a:moveTo>
                          <a:lnTo>
                            <a:pt x="5629" y="1343"/>
                          </a:lnTo>
                          <a:lnTo>
                            <a:pt x="1330" y="1343"/>
                          </a:ln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19050" cap="flat" cmpd="sng">
                      <a:solidFill>
                        <a:schemeClr val="dk2"/>
                      </a:solidFill>
                      <a:prstDash val="solid"/>
                      <a:miter lim="13561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0" name="Google Shape;1370;p38"/>
                    <p:cNvSpPr/>
                    <p:nvPr/>
                  </p:nvSpPr>
                  <p:spPr>
                    <a:xfrm>
                      <a:off x="6263350" y="3329775"/>
                      <a:ext cx="29175" cy="29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7" h="1168" extrusionOk="0">
                          <a:moveTo>
                            <a:pt x="163" y="1"/>
                          </a:moveTo>
                          <a:lnTo>
                            <a:pt x="0" y="150"/>
                          </a:lnTo>
                          <a:lnTo>
                            <a:pt x="1017" y="1167"/>
                          </a:lnTo>
                          <a:lnTo>
                            <a:pt x="1167" y="1004"/>
                          </a:lnTo>
                          <a:lnTo>
                            <a:pt x="163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1" name="Google Shape;1371;p38"/>
                    <p:cNvSpPr/>
                    <p:nvPr/>
                  </p:nvSpPr>
                  <p:spPr>
                    <a:xfrm>
                      <a:off x="6263350" y="3329775"/>
                      <a:ext cx="29175" cy="29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7" h="1168" extrusionOk="0">
                          <a:moveTo>
                            <a:pt x="1017" y="1"/>
                          </a:moveTo>
                          <a:lnTo>
                            <a:pt x="0" y="1004"/>
                          </a:lnTo>
                          <a:lnTo>
                            <a:pt x="163" y="1167"/>
                          </a:lnTo>
                          <a:lnTo>
                            <a:pt x="1167" y="150"/>
                          </a:lnTo>
                          <a:lnTo>
                            <a:pt x="1017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2" name="Google Shape;1372;p38"/>
                    <p:cNvSpPr/>
                    <p:nvPr/>
                  </p:nvSpPr>
                  <p:spPr>
                    <a:xfrm>
                      <a:off x="6263350" y="3420650"/>
                      <a:ext cx="29175" cy="29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7" h="1167" extrusionOk="0">
                          <a:moveTo>
                            <a:pt x="163" y="0"/>
                          </a:moveTo>
                          <a:lnTo>
                            <a:pt x="0" y="163"/>
                          </a:lnTo>
                          <a:lnTo>
                            <a:pt x="1017" y="1167"/>
                          </a:lnTo>
                          <a:lnTo>
                            <a:pt x="1167" y="1004"/>
                          </a:lnTo>
                          <a:lnTo>
                            <a:pt x="163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3" name="Google Shape;1373;p38"/>
                    <p:cNvSpPr/>
                    <p:nvPr/>
                  </p:nvSpPr>
                  <p:spPr>
                    <a:xfrm>
                      <a:off x="6263350" y="3420650"/>
                      <a:ext cx="29175" cy="29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7" h="1167" extrusionOk="0">
                          <a:moveTo>
                            <a:pt x="1017" y="0"/>
                          </a:moveTo>
                          <a:lnTo>
                            <a:pt x="0" y="1004"/>
                          </a:lnTo>
                          <a:lnTo>
                            <a:pt x="163" y="1167"/>
                          </a:lnTo>
                          <a:lnTo>
                            <a:pt x="1167" y="163"/>
                          </a:lnTo>
                          <a:lnTo>
                            <a:pt x="1017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4" name="Google Shape;1374;p38"/>
                    <p:cNvSpPr/>
                    <p:nvPr/>
                  </p:nvSpPr>
                  <p:spPr>
                    <a:xfrm>
                      <a:off x="5121100" y="2075300"/>
                      <a:ext cx="15950" cy="98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8" h="3948" extrusionOk="0">
                          <a:moveTo>
                            <a:pt x="0" y="1"/>
                          </a:moveTo>
                          <a:lnTo>
                            <a:pt x="0" y="3947"/>
                          </a:lnTo>
                          <a:lnTo>
                            <a:pt x="637" y="3947"/>
                          </a:lnTo>
                          <a:lnTo>
                            <a:pt x="637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5" name="Google Shape;1375;p38"/>
                    <p:cNvSpPr/>
                    <p:nvPr/>
                  </p:nvSpPr>
                  <p:spPr>
                    <a:xfrm>
                      <a:off x="5121100" y="2192950"/>
                      <a:ext cx="15950" cy="49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8" h="1968" extrusionOk="0">
                          <a:moveTo>
                            <a:pt x="0" y="1"/>
                          </a:moveTo>
                          <a:lnTo>
                            <a:pt x="0" y="1967"/>
                          </a:lnTo>
                          <a:lnTo>
                            <a:pt x="637" y="1967"/>
                          </a:lnTo>
                          <a:lnTo>
                            <a:pt x="637" y="1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76" name="Google Shape;1376;p38"/>
                    <p:cNvSpPr/>
                    <p:nvPr/>
                  </p:nvSpPr>
                  <p:spPr>
                    <a:xfrm>
                      <a:off x="5121100" y="2256700"/>
                      <a:ext cx="15950" cy="15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8" h="638" extrusionOk="0">
                          <a:moveTo>
                            <a:pt x="0" y="0"/>
                          </a:moveTo>
                          <a:lnTo>
                            <a:pt x="0" y="638"/>
                          </a:lnTo>
                          <a:lnTo>
                            <a:pt x="637" y="638"/>
                          </a:lnTo>
                          <a:lnTo>
                            <a:pt x="637" y="0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1377" name="Google Shape;1377;p38"/>
                  <p:cNvSpPr/>
                  <p:nvPr/>
                </p:nvSpPr>
                <p:spPr>
                  <a:xfrm>
                    <a:off x="6063263" y="1959612"/>
                    <a:ext cx="1389490" cy="16424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943" h="16481" extrusionOk="0">
                        <a:moveTo>
                          <a:pt x="2890" y="6431"/>
                        </a:moveTo>
                        <a:cubicBezTo>
                          <a:pt x="2890" y="6431"/>
                          <a:pt x="2890" y="6431"/>
                          <a:pt x="2890" y="6431"/>
                        </a:cubicBezTo>
                        <a:lnTo>
                          <a:pt x="2890" y="6431"/>
                        </a:lnTo>
                        <a:cubicBezTo>
                          <a:pt x="2890" y="6431"/>
                          <a:pt x="2890" y="6431"/>
                          <a:pt x="2890" y="6431"/>
                        </a:cubicBezTo>
                        <a:close/>
                        <a:moveTo>
                          <a:pt x="7358" y="0"/>
                        </a:moveTo>
                        <a:cubicBezTo>
                          <a:pt x="6837" y="0"/>
                          <a:pt x="6255" y="222"/>
                          <a:pt x="5819" y="504"/>
                        </a:cubicBezTo>
                        <a:cubicBezTo>
                          <a:pt x="5453" y="735"/>
                          <a:pt x="5127" y="1115"/>
                          <a:pt x="5032" y="1549"/>
                        </a:cubicBezTo>
                        <a:cubicBezTo>
                          <a:pt x="4854" y="1519"/>
                          <a:pt x="4671" y="1497"/>
                          <a:pt x="4491" y="1497"/>
                        </a:cubicBezTo>
                        <a:cubicBezTo>
                          <a:pt x="4343" y="1497"/>
                          <a:pt x="4197" y="1512"/>
                          <a:pt x="4056" y="1549"/>
                        </a:cubicBezTo>
                        <a:cubicBezTo>
                          <a:pt x="3568" y="1698"/>
                          <a:pt x="3215" y="2172"/>
                          <a:pt x="3093" y="2688"/>
                        </a:cubicBezTo>
                        <a:cubicBezTo>
                          <a:pt x="2957" y="3285"/>
                          <a:pt x="3066" y="3936"/>
                          <a:pt x="3107" y="4532"/>
                        </a:cubicBezTo>
                        <a:cubicBezTo>
                          <a:pt x="3147" y="4858"/>
                          <a:pt x="3147" y="5197"/>
                          <a:pt x="3093" y="5522"/>
                        </a:cubicBezTo>
                        <a:cubicBezTo>
                          <a:pt x="3080" y="5603"/>
                          <a:pt x="2906" y="6431"/>
                          <a:pt x="2890" y="6431"/>
                        </a:cubicBezTo>
                        <a:cubicBezTo>
                          <a:pt x="2890" y="6431"/>
                          <a:pt x="2890" y="6431"/>
                          <a:pt x="2890" y="6431"/>
                        </a:cubicBezTo>
                        <a:lnTo>
                          <a:pt x="2890" y="6431"/>
                        </a:lnTo>
                        <a:cubicBezTo>
                          <a:pt x="2968" y="6473"/>
                          <a:pt x="3054" y="6492"/>
                          <a:pt x="3138" y="6492"/>
                        </a:cubicBezTo>
                        <a:cubicBezTo>
                          <a:pt x="3275" y="6492"/>
                          <a:pt x="3408" y="6442"/>
                          <a:pt x="3500" y="6350"/>
                        </a:cubicBezTo>
                        <a:lnTo>
                          <a:pt x="3500" y="6350"/>
                        </a:lnTo>
                        <a:cubicBezTo>
                          <a:pt x="3635" y="7245"/>
                          <a:pt x="3432" y="8208"/>
                          <a:pt x="2917" y="8981"/>
                        </a:cubicBezTo>
                        <a:cubicBezTo>
                          <a:pt x="3319" y="9194"/>
                          <a:pt x="3773" y="9314"/>
                          <a:pt x="4234" y="9314"/>
                        </a:cubicBezTo>
                        <a:cubicBezTo>
                          <a:pt x="4301" y="9314"/>
                          <a:pt x="4368" y="9311"/>
                          <a:pt x="4436" y="9306"/>
                        </a:cubicBezTo>
                        <a:cubicBezTo>
                          <a:pt x="4720" y="9279"/>
                          <a:pt x="5005" y="9198"/>
                          <a:pt x="5290" y="9157"/>
                        </a:cubicBezTo>
                        <a:lnTo>
                          <a:pt x="5290" y="9157"/>
                        </a:lnTo>
                        <a:lnTo>
                          <a:pt x="5249" y="9469"/>
                        </a:lnTo>
                        <a:lnTo>
                          <a:pt x="3215" y="10038"/>
                        </a:lnTo>
                        <a:cubicBezTo>
                          <a:pt x="1954" y="10405"/>
                          <a:pt x="991" y="11381"/>
                          <a:pt x="638" y="12642"/>
                        </a:cubicBezTo>
                        <a:lnTo>
                          <a:pt x="1" y="13687"/>
                        </a:lnTo>
                        <a:cubicBezTo>
                          <a:pt x="1818" y="15423"/>
                          <a:pt x="4273" y="16480"/>
                          <a:pt x="6972" y="16480"/>
                        </a:cubicBezTo>
                        <a:cubicBezTo>
                          <a:pt x="9670" y="16480"/>
                          <a:pt x="12125" y="15423"/>
                          <a:pt x="13943" y="13687"/>
                        </a:cubicBezTo>
                        <a:lnTo>
                          <a:pt x="13319" y="12642"/>
                        </a:lnTo>
                        <a:cubicBezTo>
                          <a:pt x="12966" y="11422"/>
                          <a:pt x="11990" y="10432"/>
                          <a:pt x="10742" y="10079"/>
                        </a:cubicBezTo>
                        <a:lnTo>
                          <a:pt x="8708" y="9510"/>
                        </a:lnTo>
                        <a:lnTo>
                          <a:pt x="8653" y="9198"/>
                        </a:lnTo>
                        <a:cubicBezTo>
                          <a:pt x="8938" y="9167"/>
                          <a:pt x="9227" y="9146"/>
                          <a:pt x="9513" y="9146"/>
                        </a:cubicBezTo>
                        <a:cubicBezTo>
                          <a:pt x="9989" y="9146"/>
                          <a:pt x="10459" y="9204"/>
                          <a:pt x="10891" y="9374"/>
                        </a:cubicBezTo>
                        <a:cubicBezTo>
                          <a:pt x="10484" y="8696"/>
                          <a:pt x="10294" y="7977"/>
                          <a:pt x="10213" y="7190"/>
                        </a:cubicBezTo>
                        <a:cubicBezTo>
                          <a:pt x="10219" y="7190"/>
                          <a:pt x="10224" y="7190"/>
                          <a:pt x="10230" y="7190"/>
                        </a:cubicBezTo>
                        <a:cubicBezTo>
                          <a:pt x="10334" y="7190"/>
                          <a:pt x="10453" y="7269"/>
                          <a:pt x="10542" y="7269"/>
                        </a:cubicBezTo>
                        <a:cubicBezTo>
                          <a:pt x="10579" y="7269"/>
                          <a:pt x="10611" y="7256"/>
                          <a:pt x="10633" y="7218"/>
                        </a:cubicBezTo>
                        <a:cubicBezTo>
                          <a:pt x="10647" y="7163"/>
                          <a:pt x="10647" y="7109"/>
                          <a:pt x="10633" y="7055"/>
                        </a:cubicBezTo>
                        <a:cubicBezTo>
                          <a:pt x="10484" y="6228"/>
                          <a:pt x="10972" y="5427"/>
                          <a:pt x="11027" y="4587"/>
                        </a:cubicBezTo>
                        <a:cubicBezTo>
                          <a:pt x="11040" y="4234"/>
                          <a:pt x="11000" y="3854"/>
                          <a:pt x="10905" y="3502"/>
                        </a:cubicBezTo>
                        <a:cubicBezTo>
                          <a:pt x="10701" y="2647"/>
                          <a:pt x="10335" y="1820"/>
                          <a:pt x="9738" y="1182"/>
                        </a:cubicBezTo>
                        <a:cubicBezTo>
                          <a:pt x="9142" y="532"/>
                          <a:pt x="8328" y="70"/>
                          <a:pt x="7446" y="3"/>
                        </a:cubicBezTo>
                        <a:cubicBezTo>
                          <a:pt x="7417" y="1"/>
                          <a:pt x="7388" y="0"/>
                          <a:pt x="7358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78" name="Google Shape;1378;p38"/>
                <p:cNvGrpSpPr/>
                <p:nvPr/>
              </p:nvGrpSpPr>
              <p:grpSpPr>
                <a:xfrm>
                  <a:off x="7145187" y="1353573"/>
                  <a:ext cx="605866" cy="680956"/>
                  <a:chOff x="3474000" y="2758475"/>
                  <a:chExt cx="880875" cy="990050"/>
                </a:xfrm>
              </p:grpSpPr>
              <p:sp>
                <p:nvSpPr>
                  <p:cNvPr id="1379" name="Google Shape;1379;p38"/>
                  <p:cNvSpPr/>
                  <p:nvPr/>
                </p:nvSpPr>
                <p:spPr>
                  <a:xfrm>
                    <a:off x="3474000" y="2758475"/>
                    <a:ext cx="880875" cy="990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235" h="39602" extrusionOk="0">
                        <a:moveTo>
                          <a:pt x="32332" y="6185"/>
                        </a:moveTo>
                        <a:cubicBezTo>
                          <a:pt x="25388" y="5643"/>
                          <a:pt x="17617" y="1"/>
                          <a:pt x="17617" y="1"/>
                        </a:cubicBezTo>
                        <a:cubicBezTo>
                          <a:pt x="17617" y="1"/>
                          <a:pt x="9846" y="5643"/>
                          <a:pt x="2902" y="6185"/>
                        </a:cubicBezTo>
                        <a:cubicBezTo>
                          <a:pt x="2902" y="6185"/>
                          <a:pt x="0" y="33309"/>
                          <a:pt x="17617" y="39602"/>
                        </a:cubicBezTo>
                        <a:cubicBezTo>
                          <a:pt x="35234" y="33309"/>
                          <a:pt x="32332" y="6185"/>
                          <a:pt x="32332" y="618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0" name="Google Shape;1380;p38"/>
                  <p:cNvSpPr/>
                  <p:nvPr/>
                </p:nvSpPr>
                <p:spPr>
                  <a:xfrm>
                    <a:off x="3828625" y="3082950"/>
                    <a:ext cx="171600" cy="341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4" h="13644" extrusionOk="0">
                        <a:moveTo>
                          <a:pt x="5141" y="6415"/>
                        </a:moveTo>
                        <a:cubicBezTo>
                          <a:pt x="6172" y="5819"/>
                          <a:pt x="6863" y="4707"/>
                          <a:pt x="6863" y="3432"/>
                        </a:cubicBezTo>
                        <a:cubicBezTo>
                          <a:pt x="6863" y="1547"/>
                          <a:pt x="5331" y="1"/>
                          <a:pt x="3432" y="1"/>
                        </a:cubicBezTo>
                        <a:cubicBezTo>
                          <a:pt x="1533" y="1"/>
                          <a:pt x="1" y="1547"/>
                          <a:pt x="1" y="3432"/>
                        </a:cubicBezTo>
                        <a:cubicBezTo>
                          <a:pt x="1" y="4612"/>
                          <a:pt x="584" y="5642"/>
                          <a:pt x="1479" y="6266"/>
                        </a:cubicBezTo>
                        <a:lnTo>
                          <a:pt x="299" y="12152"/>
                        </a:lnTo>
                        <a:cubicBezTo>
                          <a:pt x="150" y="12925"/>
                          <a:pt x="733" y="13644"/>
                          <a:pt x="1533" y="13644"/>
                        </a:cubicBezTo>
                        <a:lnTo>
                          <a:pt x="5277" y="13644"/>
                        </a:lnTo>
                        <a:cubicBezTo>
                          <a:pt x="6090" y="13644"/>
                          <a:pt x="6687" y="12885"/>
                          <a:pt x="6497" y="1209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1381" name="Google Shape;1381;p38"/>
          <p:cNvSpPr/>
          <p:nvPr/>
        </p:nvSpPr>
        <p:spPr>
          <a:xfrm flipH="1">
            <a:off x="9419653" y="1640446"/>
            <a:ext cx="79703" cy="79703"/>
          </a:xfrm>
          <a:custGeom>
            <a:avLst/>
            <a:gdLst/>
            <a:ahLst/>
            <a:cxnLst/>
            <a:rect l="l" t="t" r="r" b="b"/>
            <a:pathLst>
              <a:path w="1213" h="1213" extrusionOk="0">
                <a:moveTo>
                  <a:pt x="610" y="322"/>
                </a:moveTo>
                <a:cubicBezTo>
                  <a:pt x="764" y="322"/>
                  <a:pt x="891" y="449"/>
                  <a:pt x="891" y="610"/>
                </a:cubicBezTo>
                <a:cubicBezTo>
                  <a:pt x="891" y="764"/>
                  <a:pt x="764" y="891"/>
                  <a:pt x="610" y="891"/>
                </a:cubicBezTo>
                <a:cubicBezTo>
                  <a:pt x="449" y="891"/>
                  <a:pt x="322" y="764"/>
                  <a:pt x="322" y="610"/>
                </a:cubicBezTo>
                <a:cubicBezTo>
                  <a:pt x="322" y="449"/>
                  <a:pt x="449" y="322"/>
                  <a:pt x="610" y="322"/>
                </a:cubicBezTo>
                <a:close/>
                <a:moveTo>
                  <a:pt x="610" y="0"/>
                </a:moveTo>
                <a:cubicBezTo>
                  <a:pt x="275" y="0"/>
                  <a:pt x="0" y="275"/>
                  <a:pt x="0" y="610"/>
                </a:cubicBezTo>
                <a:cubicBezTo>
                  <a:pt x="0" y="938"/>
                  <a:pt x="275" y="1213"/>
                  <a:pt x="610" y="1213"/>
                </a:cubicBezTo>
                <a:cubicBezTo>
                  <a:pt x="938" y="1213"/>
                  <a:pt x="1213" y="938"/>
                  <a:pt x="1213" y="610"/>
                </a:cubicBezTo>
                <a:cubicBezTo>
                  <a:pt x="1213" y="275"/>
                  <a:pt x="938" y="0"/>
                  <a:pt x="61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38"/>
          <p:cNvSpPr/>
          <p:nvPr/>
        </p:nvSpPr>
        <p:spPr>
          <a:xfrm flipH="1">
            <a:off x="8977771" y="1897029"/>
            <a:ext cx="484659" cy="284382"/>
          </a:xfrm>
          <a:custGeom>
            <a:avLst/>
            <a:gdLst/>
            <a:ahLst/>
            <a:cxnLst/>
            <a:rect l="l" t="t" r="r" b="b"/>
            <a:pathLst>
              <a:path w="7376" h="4328" extrusionOk="0">
                <a:moveTo>
                  <a:pt x="88" y="0"/>
                </a:moveTo>
                <a:lnTo>
                  <a:pt x="1" y="87"/>
                </a:lnTo>
                <a:lnTo>
                  <a:pt x="2198" y="2284"/>
                </a:lnTo>
                <a:lnTo>
                  <a:pt x="5239" y="2284"/>
                </a:lnTo>
                <a:lnTo>
                  <a:pt x="7282" y="4327"/>
                </a:lnTo>
                <a:lnTo>
                  <a:pt x="7375" y="4240"/>
                </a:lnTo>
                <a:lnTo>
                  <a:pt x="5292" y="2157"/>
                </a:lnTo>
                <a:lnTo>
                  <a:pt x="2245" y="2157"/>
                </a:lnTo>
                <a:lnTo>
                  <a:pt x="8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49"/>
          <p:cNvSpPr txBox="1">
            <a:spLocks noGrp="1"/>
          </p:cNvSpPr>
          <p:nvPr>
            <p:ph type="title"/>
          </p:nvPr>
        </p:nvSpPr>
        <p:spPr>
          <a:xfrm>
            <a:off x="723013" y="135464"/>
            <a:ext cx="8009860" cy="10051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Why Securing Shared Source </a:t>
            </a:r>
            <a:br>
              <a:rPr lang="en-US" dirty="0"/>
            </a:br>
            <a:r>
              <a:rPr lang="en-US" dirty="0"/>
              <a:t>Code Matters</a:t>
            </a:r>
          </a:p>
        </p:txBody>
      </p:sp>
      <p:grpSp>
        <p:nvGrpSpPr>
          <p:cNvPr id="1859" name="Google Shape;1859;p49"/>
          <p:cNvGrpSpPr/>
          <p:nvPr/>
        </p:nvGrpSpPr>
        <p:grpSpPr>
          <a:xfrm>
            <a:off x="6268961" y="706353"/>
            <a:ext cx="384050" cy="434250"/>
            <a:chOff x="3188625" y="1974025"/>
            <a:chExt cx="384050" cy="434250"/>
          </a:xfrm>
        </p:grpSpPr>
        <p:sp>
          <p:nvSpPr>
            <p:cNvPr id="1860" name="Google Shape;1860;p49"/>
            <p:cNvSpPr/>
            <p:nvPr/>
          </p:nvSpPr>
          <p:spPr>
            <a:xfrm>
              <a:off x="3467100" y="2236200"/>
              <a:ext cx="66775" cy="87800"/>
            </a:xfrm>
            <a:custGeom>
              <a:avLst/>
              <a:gdLst/>
              <a:ahLst/>
              <a:cxnLst/>
              <a:rect l="l" t="t" r="r" b="b"/>
              <a:pathLst>
                <a:path w="2671" h="3512" extrusionOk="0">
                  <a:moveTo>
                    <a:pt x="1333" y="511"/>
                  </a:moveTo>
                  <a:cubicBezTo>
                    <a:pt x="1504" y="511"/>
                    <a:pt x="1642" y="649"/>
                    <a:pt x="1642" y="817"/>
                  </a:cubicBezTo>
                  <a:lnTo>
                    <a:pt x="1642" y="1287"/>
                  </a:lnTo>
                  <a:lnTo>
                    <a:pt x="1021" y="1287"/>
                  </a:lnTo>
                  <a:lnTo>
                    <a:pt x="1023" y="817"/>
                  </a:lnTo>
                  <a:cubicBezTo>
                    <a:pt x="1023" y="649"/>
                    <a:pt x="1165" y="511"/>
                    <a:pt x="1333" y="511"/>
                  </a:cubicBezTo>
                  <a:close/>
                  <a:moveTo>
                    <a:pt x="2160" y="1794"/>
                  </a:moveTo>
                  <a:lnTo>
                    <a:pt x="2160" y="3007"/>
                  </a:lnTo>
                  <a:lnTo>
                    <a:pt x="505" y="3007"/>
                  </a:lnTo>
                  <a:lnTo>
                    <a:pt x="505" y="1794"/>
                  </a:lnTo>
                  <a:close/>
                  <a:moveTo>
                    <a:pt x="1333" y="1"/>
                  </a:moveTo>
                  <a:cubicBezTo>
                    <a:pt x="882" y="1"/>
                    <a:pt x="516" y="367"/>
                    <a:pt x="516" y="817"/>
                  </a:cubicBezTo>
                  <a:lnTo>
                    <a:pt x="516" y="1287"/>
                  </a:lnTo>
                  <a:lnTo>
                    <a:pt x="394" y="1287"/>
                  </a:lnTo>
                  <a:cubicBezTo>
                    <a:pt x="177" y="1287"/>
                    <a:pt x="1" y="1463"/>
                    <a:pt x="1" y="1680"/>
                  </a:cubicBezTo>
                  <a:lnTo>
                    <a:pt x="1" y="3118"/>
                  </a:lnTo>
                  <a:cubicBezTo>
                    <a:pt x="1" y="3336"/>
                    <a:pt x="177" y="3512"/>
                    <a:pt x="394" y="3512"/>
                  </a:cubicBezTo>
                  <a:lnTo>
                    <a:pt x="2277" y="3512"/>
                  </a:lnTo>
                  <a:cubicBezTo>
                    <a:pt x="2494" y="3512"/>
                    <a:pt x="2671" y="3336"/>
                    <a:pt x="2671" y="3118"/>
                  </a:cubicBezTo>
                  <a:lnTo>
                    <a:pt x="2671" y="1680"/>
                  </a:lnTo>
                  <a:cubicBezTo>
                    <a:pt x="2671" y="1463"/>
                    <a:pt x="2494" y="1287"/>
                    <a:pt x="2277" y="1287"/>
                  </a:cubicBezTo>
                  <a:lnTo>
                    <a:pt x="2155" y="1287"/>
                  </a:lnTo>
                  <a:lnTo>
                    <a:pt x="2155" y="817"/>
                  </a:lnTo>
                  <a:cubicBezTo>
                    <a:pt x="2150" y="367"/>
                    <a:pt x="1783" y="1"/>
                    <a:pt x="1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3188625" y="1974025"/>
              <a:ext cx="384050" cy="434250"/>
            </a:xfrm>
            <a:custGeom>
              <a:avLst/>
              <a:gdLst/>
              <a:ahLst/>
              <a:cxnLst/>
              <a:rect l="l" t="t" r="r" b="b"/>
              <a:pathLst>
                <a:path w="15362" h="17370" extrusionOk="0">
                  <a:moveTo>
                    <a:pt x="3737" y="5804"/>
                  </a:moveTo>
                  <a:cubicBezTo>
                    <a:pt x="3851" y="5804"/>
                    <a:pt x="3941" y="5897"/>
                    <a:pt x="3941" y="6008"/>
                  </a:cubicBezTo>
                  <a:cubicBezTo>
                    <a:pt x="3941" y="6119"/>
                    <a:pt x="3851" y="6211"/>
                    <a:pt x="3737" y="6211"/>
                  </a:cubicBezTo>
                  <a:cubicBezTo>
                    <a:pt x="3626" y="6211"/>
                    <a:pt x="3534" y="6119"/>
                    <a:pt x="3534" y="6008"/>
                  </a:cubicBezTo>
                  <a:cubicBezTo>
                    <a:pt x="3534" y="5897"/>
                    <a:pt x="3626" y="5804"/>
                    <a:pt x="3737" y="5804"/>
                  </a:cubicBezTo>
                  <a:close/>
                  <a:moveTo>
                    <a:pt x="8003" y="5807"/>
                  </a:moveTo>
                  <a:cubicBezTo>
                    <a:pt x="8114" y="5807"/>
                    <a:pt x="8206" y="5899"/>
                    <a:pt x="8206" y="6011"/>
                  </a:cubicBezTo>
                  <a:cubicBezTo>
                    <a:pt x="8206" y="6122"/>
                    <a:pt x="8114" y="6214"/>
                    <a:pt x="8003" y="6214"/>
                  </a:cubicBezTo>
                  <a:cubicBezTo>
                    <a:pt x="7889" y="6214"/>
                    <a:pt x="7799" y="6122"/>
                    <a:pt x="7799" y="6011"/>
                  </a:cubicBezTo>
                  <a:cubicBezTo>
                    <a:pt x="7799" y="5899"/>
                    <a:pt x="7889" y="5807"/>
                    <a:pt x="8003" y="5807"/>
                  </a:cubicBezTo>
                  <a:close/>
                  <a:moveTo>
                    <a:pt x="3583" y="8480"/>
                  </a:moveTo>
                  <a:cubicBezTo>
                    <a:pt x="3694" y="8480"/>
                    <a:pt x="3786" y="8572"/>
                    <a:pt x="3786" y="8683"/>
                  </a:cubicBezTo>
                  <a:cubicBezTo>
                    <a:pt x="3786" y="8795"/>
                    <a:pt x="3694" y="8887"/>
                    <a:pt x="3583" y="8887"/>
                  </a:cubicBezTo>
                  <a:cubicBezTo>
                    <a:pt x="3469" y="8887"/>
                    <a:pt x="3379" y="8795"/>
                    <a:pt x="3379" y="8683"/>
                  </a:cubicBezTo>
                  <a:cubicBezTo>
                    <a:pt x="3379" y="8572"/>
                    <a:pt x="3471" y="8480"/>
                    <a:pt x="3583" y="8480"/>
                  </a:cubicBezTo>
                  <a:close/>
                  <a:moveTo>
                    <a:pt x="8160" y="8483"/>
                  </a:moveTo>
                  <a:cubicBezTo>
                    <a:pt x="8274" y="8483"/>
                    <a:pt x="8364" y="8575"/>
                    <a:pt x="8364" y="8686"/>
                  </a:cubicBezTo>
                  <a:cubicBezTo>
                    <a:pt x="8364" y="8800"/>
                    <a:pt x="8274" y="8890"/>
                    <a:pt x="8160" y="8890"/>
                  </a:cubicBezTo>
                  <a:cubicBezTo>
                    <a:pt x="8049" y="8890"/>
                    <a:pt x="7957" y="8800"/>
                    <a:pt x="7957" y="8686"/>
                  </a:cubicBezTo>
                  <a:cubicBezTo>
                    <a:pt x="7957" y="8575"/>
                    <a:pt x="8049" y="8483"/>
                    <a:pt x="8160" y="8483"/>
                  </a:cubicBezTo>
                  <a:close/>
                  <a:moveTo>
                    <a:pt x="3743" y="11155"/>
                  </a:moveTo>
                  <a:cubicBezTo>
                    <a:pt x="3854" y="11155"/>
                    <a:pt x="3946" y="11248"/>
                    <a:pt x="3946" y="11359"/>
                  </a:cubicBezTo>
                  <a:cubicBezTo>
                    <a:pt x="3946" y="11473"/>
                    <a:pt x="3854" y="11562"/>
                    <a:pt x="3743" y="11562"/>
                  </a:cubicBezTo>
                  <a:cubicBezTo>
                    <a:pt x="3629" y="11562"/>
                    <a:pt x="3539" y="11473"/>
                    <a:pt x="3539" y="11359"/>
                  </a:cubicBezTo>
                  <a:cubicBezTo>
                    <a:pt x="3539" y="11248"/>
                    <a:pt x="3629" y="11155"/>
                    <a:pt x="3743" y="11155"/>
                  </a:cubicBezTo>
                  <a:close/>
                  <a:moveTo>
                    <a:pt x="8005" y="11161"/>
                  </a:moveTo>
                  <a:cubicBezTo>
                    <a:pt x="8117" y="11161"/>
                    <a:pt x="8209" y="11250"/>
                    <a:pt x="8209" y="11364"/>
                  </a:cubicBezTo>
                  <a:cubicBezTo>
                    <a:pt x="8209" y="11475"/>
                    <a:pt x="8117" y="11568"/>
                    <a:pt x="8005" y="11568"/>
                  </a:cubicBezTo>
                  <a:cubicBezTo>
                    <a:pt x="7894" y="11568"/>
                    <a:pt x="7802" y="11475"/>
                    <a:pt x="7802" y="11364"/>
                  </a:cubicBezTo>
                  <a:cubicBezTo>
                    <a:pt x="7802" y="11250"/>
                    <a:pt x="7894" y="11161"/>
                    <a:pt x="8005" y="11161"/>
                  </a:cubicBezTo>
                  <a:close/>
                  <a:moveTo>
                    <a:pt x="880" y="0"/>
                  </a:moveTo>
                  <a:cubicBezTo>
                    <a:pt x="394" y="0"/>
                    <a:pt x="1" y="394"/>
                    <a:pt x="1" y="879"/>
                  </a:cubicBezTo>
                  <a:lnTo>
                    <a:pt x="1" y="16487"/>
                  </a:lnTo>
                  <a:cubicBezTo>
                    <a:pt x="1" y="16973"/>
                    <a:pt x="394" y="17366"/>
                    <a:pt x="880" y="17366"/>
                  </a:cubicBezTo>
                  <a:lnTo>
                    <a:pt x="2771" y="17366"/>
                  </a:lnTo>
                  <a:cubicBezTo>
                    <a:pt x="2910" y="17366"/>
                    <a:pt x="3026" y="17252"/>
                    <a:pt x="3026" y="17111"/>
                  </a:cubicBezTo>
                  <a:cubicBezTo>
                    <a:pt x="3026" y="16973"/>
                    <a:pt x="2910" y="16859"/>
                    <a:pt x="2771" y="16859"/>
                  </a:cubicBezTo>
                  <a:lnTo>
                    <a:pt x="880" y="16859"/>
                  </a:lnTo>
                  <a:cubicBezTo>
                    <a:pt x="676" y="16859"/>
                    <a:pt x="508" y="16691"/>
                    <a:pt x="508" y="16487"/>
                  </a:cubicBezTo>
                  <a:lnTo>
                    <a:pt x="508" y="879"/>
                  </a:lnTo>
                  <a:cubicBezTo>
                    <a:pt x="508" y="676"/>
                    <a:pt x="676" y="510"/>
                    <a:pt x="880" y="510"/>
                  </a:cubicBezTo>
                  <a:lnTo>
                    <a:pt x="10947" y="510"/>
                  </a:lnTo>
                  <a:cubicBezTo>
                    <a:pt x="11150" y="510"/>
                    <a:pt x="11316" y="676"/>
                    <a:pt x="11316" y="879"/>
                  </a:cubicBezTo>
                  <a:lnTo>
                    <a:pt x="11316" y="9619"/>
                  </a:lnTo>
                  <a:lnTo>
                    <a:pt x="10738" y="9619"/>
                  </a:lnTo>
                  <a:lnTo>
                    <a:pt x="10738" y="1938"/>
                  </a:lnTo>
                  <a:cubicBezTo>
                    <a:pt x="10738" y="1468"/>
                    <a:pt x="10355" y="1086"/>
                    <a:pt x="9889" y="1086"/>
                  </a:cubicBezTo>
                  <a:lnTo>
                    <a:pt x="8798" y="1086"/>
                  </a:lnTo>
                  <a:cubicBezTo>
                    <a:pt x="8497" y="1086"/>
                    <a:pt x="8220" y="1251"/>
                    <a:pt x="8079" y="1523"/>
                  </a:cubicBezTo>
                  <a:lnTo>
                    <a:pt x="7767" y="2120"/>
                  </a:lnTo>
                  <a:cubicBezTo>
                    <a:pt x="7704" y="2247"/>
                    <a:pt x="7577" y="2320"/>
                    <a:pt x="7436" y="2320"/>
                  </a:cubicBezTo>
                  <a:lnTo>
                    <a:pt x="4388" y="2320"/>
                  </a:lnTo>
                  <a:cubicBezTo>
                    <a:pt x="4250" y="2320"/>
                    <a:pt x="4123" y="2242"/>
                    <a:pt x="4057" y="2120"/>
                  </a:cubicBezTo>
                  <a:lnTo>
                    <a:pt x="3745" y="1523"/>
                  </a:lnTo>
                  <a:cubicBezTo>
                    <a:pt x="3607" y="1257"/>
                    <a:pt x="3328" y="1086"/>
                    <a:pt x="3026" y="1086"/>
                  </a:cubicBezTo>
                  <a:lnTo>
                    <a:pt x="1938" y="1086"/>
                  </a:lnTo>
                  <a:cubicBezTo>
                    <a:pt x="1469" y="1086"/>
                    <a:pt x="1086" y="1468"/>
                    <a:pt x="1086" y="1938"/>
                  </a:cubicBezTo>
                  <a:lnTo>
                    <a:pt x="1086" y="3205"/>
                  </a:lnTo>
                  <a:cubicBezTo>
                    <a:pt x="1086" y="3346"/>
                    <a:pt x="1200" y="3460"/>
                    <a:pt x="1341" y="3460"/>
                  </a:cubicBezTo>
                  <a:cubicBezTo>
                    <a:pt x="1480" y="3460"/>
                    <a:pt x="1594" y="3346"/>
                    <a:pt x="1594" y="3205"/>
                  </a:cubicBezTo>
                  <a:lnTo>
                    <a:pt x="1594" y="1938"/>
                  </a:lnTo>
                  <a:cubicBezTo>
                    <a:pt x="1594" y="1748"/>
                    <a:pt x="1748" y="1596"/>
                    <a:pt x="1938" y="1596"/>
                  </a:cubicBezTo>
                  <a:lnTo>
                    <a:pt x="3026" y="1596"/>
                  </a:lnTo>
                  <a:cubicBezTo>
                    <a:pt x="3138" y="1596"/>
                    <a:pt x="3243" y="1656"/>
                    <a:pt x="3295" y="1759"/>
                  </a:cubicBezTo>
                  <a:lnTo>
                    <a:pt x="3607" y="2356"/>
                  </a:lnTo>
                  <a:cubicBezTo>
                    <a:pt x="3759" y="2646"/>
                    <a:pt x="4057" y="2830"/>
                    <a:pt x="4388" y="2830"/>
                  </a:cubicBezTo>
                  <a:lnTo>
                    <a:pt x="7436" y="2830"/>
                  </a:lnTo>
                  <a:cubicBezTo>
                    <a:pt x="7764" y="2830"/>
                    <a:pt x="8065" y="2646"/>
                    <a:pt x="8220" y="2356"/>
                  </a:cubicBezTo>
                  <a:lnTo>
                    <a:pt x="8532" y="1759"/>
                  </a:lnTo>
                  <a:cubicBezTo>
                    <a:pt x="8581" y="1656"/>
                    <a:pt x="8687" y="1596"/>
                    <a:pt x="8798" y="1596"/>
                  </a:cubicBezTo>
                  <a:lnTo>
                    <a:pt x="9889" y="1596"/>
                  </a:lnTo>
                  <a:cubicBezTo>
                    <a:pt x="10079" y="1596"/>
                    <a:pt x="10231" y="1748"/>
                    <a:pt x="10231" y="1938"/>
                  </a:cubicBezTo>
                  <a:lnTo>
                    <a:pt x="10231" y="6730"/>
                  </a:lnTo>
                  <a:lnTo>
                    <a:pt x="8958" y="6730"/>
                  </a:lnTo>
                  <a:lnTo>
                    <a:pt x="8613" y="6385"/>
                  </a:lnTo>
                  <a:cubicBezTo>
                    <a:pt x="8681" y="6276"/>
                    <a:pt x="8716" y="6146"/>
                    <a:pt x="8716" y="6011"/>
                  </a:cubicBezTo>
                  <a:cubicBezTo>
                    <a:pt x="8716" y="5617"/>
                    <a:pt x="8399" y="5300"/>
                    <a:pt x="8005" y="5300"/>
                  </a:cubicBezTo>
                  <a:cubicBezTo>
                    <a:pt x="7612" y="5300"/>
                    <a:pt x="7292" y="5617"/>
                    <a:pt x="7292" y="6011"/>
                  </a:cubicBezTo>
                  <a:cubicBezTo>
                    <a:pt x="7292" y="6404"/>
                    <a:pt x="7612" y="6724"/>
                    <a:pt x="8005" y="6724"/>
                  </a:cubicBezTo>
                  <a:cubicBezTo>
                    <a:pt x="8073" y="6724"/>
                    <a:pt x="8141" y="6713"/>
                    <a:pt x="8206" y="6692"/>
                  </a:cubicBezTo>
                  <a:lnTo>
                    <a:pt x="8673" y="7161"/>
                  </a:lnTo>
                  <a:cubicBezTo>
                    <a:pt x="8722" y="7207"/>
                    <a:pt x="8784" y="7234"/>
                    <a:pt x="8852" y="7234"/>
                  </a:cubicBezTo>
                  <a:lnTo>
                    <a:pt x="10231" y="7234"/>
                  </a:lnTo>
                  <a:lnTo>
                    <a:pt x="10231" y="8428"/>
                  </a:lnTo>
                  <a:lnTo>
                    <a:pt x="8830" y="8428"/>
                  </a:lnTo>
                  <a:cubicBezTo>
                    <a:pt x="8727" y="8162"/>
                    <a:pt x="8467" y="7972"/>
                    <a:pt x="8166" y="7972"/>
                  </a:cubicBezTo>
                  <a:cubicBezTo>
                    <a:pt x="7772" y="7972"/>
                    <a:pt x="7452" y="8290"/>
                    <a:pt x="7452" y="8683"/>
                  </a:cubicBezTo>
                  <a:cubicBezTo>
                    <a:pt x="7452" y="9077"/>
                    <a:pt x="7772" y="9397"/>
                    <a:pt x="8166" y="9397"/>
                  </a:cubicBezTo>
                  <a:cubicBezTo>
                    <a:pt x="8469" y="9397"/>
                    <a:pt x="8727" y="9207"/>
                    <a:pt x="8830" y="8938"/>
                  </a:cubicBezTo>
                  <a:lnTo>
                    <a:pt x="10231" y="8938"/>
                  </a:lnTo>
                  <a:lnTo>
                    <a:pt x="10231" y="9619"/>
                  </a:lnTo>
                  <a:lnTo>
                    <a:pt x="10030" y="9619"/>
                  </a:lnTo>
                  <a:cubicBezTo>
                    <a:pt x="9785" y="9619"/>
                    <a:pt x="9585" y="9820"/>
                    <a:pt x="9585" y="10064"/>
                  </a:cubicBezTo>
                  <a:lnTo>
                    <a:pt x="9585" y="10132"/>
                  </a:lnTo>
                  <a:lnTo>
                    <a:pt x="8852" y="10132"/>
                  </a:lnTo>
                  <a:cubicBezTo>
                    <a:pt x="8784" y="10132"/>
                    <a:pt x="8722" y="10159"/>
                    <a:pt x="8673" y="10206"/>
                  </a:cubicBezTo>
                  <a:lnTo>
                    <a:pt x="8206" y="10675"/>
                  </a:lnTo>
                  <a:cubicBezTo>
                    <a:pt x="8141" y="10656"/>
                    <a:pt x="8076" y="10642"/>
                    <a:pt x="8005" y="10642"/>
                  </a:cubicBezTo>
                  <a:cubicBezTo>
                    <a:pt x="7612" y="10642"/>
                    <a:pt x="7292" y="10963"/>
                    <a:pt x="7292" y="11356"/>
                  </a:cubicBezTo>
                  <a:cubicBezTo>
                    <a:pt x="7292" y="11749"/>
                    <a:pt x="7612" y="12067"/>
                    <a:pt x="8005" y="12067"/>
                  </a:cubicBezTo>
                  <a:cubicBezTo>
                    <a:pt x="8399" y="12067"/>
                    <a:pt x="8716" y="11749"/>
                    <a:pt x="8716" y="11356"/>
                  </a:cubicBezTo>
                  <a:cubicBezTo>
                    <a:pt x="8716" y="11220"/>
                    <a:pt x="8676" y="11090"/>
                    <a:pt x="8613" y="10982"/>
                  </a:cubicBezTo>
                  <a:lnTo>
                    <a:pt x="8958" y="10637"/>
                  </a:lnTo>
                  <a:lnTo>
                    <a:pt x="9585" y="10637"/>
                  </a:lnTo>
                  <a:lnTo>
                    <a:pt x="9585" y="13551"/>
                  </a:lnTo>
                  <a:cubicBezTo>
                    <a:pt x="9585" y="13692"/>
                    <a:pt x="9653" y="13825"/>
                    <a:pt x="9769" y="13909"/>
                  </a:cubicBezTo>
                  <a:lnTo>
                    <a:pt x="10231" y="14246"/>
                  </a:lnTo>
                  <a:lnTo>
                    <a:pt x="10231" y="15429"/>
                  </a:lnTo>
                  <a:cubicBezTo>
                    <a:pt x="10231" y="15619"/>
                    <a:pt x="10079" y="15771"/>
                    <a:pt x="9889" y="15771"/>
                  </a:cubicBezTo>
                  <a:lnTo>
                    <a:pt x="1938" y="15771"/>
                  </a:lnTo>
                  <a:cubicBezTo>
                    <a:pt x="1748" y="15771"/>
                    <a:pt x="1594" y="15619"/>
                    <a:pt x="1594" y="15429"/>
                  </a:cubicBezTo>
                  <a:lnTo>
                    <a:pt x="1594" y="10640"/>
                  </a:lnTo>
                  <a:lnTo>
                    <a:pt x="2788" y="10640"/>
                  </a:lnTo>
                  <a:lnTo>
                    <a:pt x="3135" y="10987"/>
                  </a:lnTo>
                  <a:cubicBezTo>
                    <a:pt x="3067" y="11096"/>
                    <a:pt x="3029" y="11223"/>
                    <a:pt x="3029" y="11359"/>
                  </a:cubicBezTo>
                  <a:cubicBezTo>
                    <a:pt x="3029" y="11752"/>
                    <a:pt x="3349" y="12072"/>
                    <a:pt x="3740" y="12072"/>
                  </a:cubicBezTo>
                  <a:cubicBezTo>
                    <a:pt x="4133" y="12072"/>
                    <a:pt x="4454" y="11752"/>
                    <a:pt x="4454" y="11359"/>
                  </a:cubicBezTo>
                  <a:cubicBezTo>
                    <a:pt x="4454" y="10965"/>
                    <a:pt x="4133" y="10648"/>
                    <a:pt x="3740" y="10648"/>
                  </a:cubicBezTo>
                  <a:cubicBezTo>
                    <a:pt x="3672" y="10648"/>
                    <a:pt x="3604" y="10656"/>
                    <a:pt x="3542" y="10678"/>
                  </a:cubicBezTo>
                  <a:lnTo>
                    <a:pt x="3072" y="10211"/>
                  </a:lnTo>
                  <a:cubicBezTo>
                    <a:pt x="3026" y="10162"/>
                    <a:pt x="2961" y="10135"/>
                    <a:pt x="2893" y="10135"/>
                  </a:cubicBezTo>
                  <a:lnTo>
                    <a:pt x="1591" y="10135"/>
                  </a:lnTo>
                  <a:lnTo>
                    <a:pt x="1591" y="8941"/>
                  </a:lnTo>
                  <a:lnTo>
                    <a:pt x="2915" y="8941"/>
                  </a:lnTo>
                  <a:cubicBezTo>
                    <a:pt x="3015" y="9210"/>
                    <a:pt x="3276" y="9400"/>
                    <a:pt x="3580" y="9400"/>
                  </a:cubicBezTo>
                  <a:cubicBezTo>
                    <a:pt x="3973" y="9400"/>
                    <a:pt x="4291" y="9079"/>
                    <a:pt x="4291" y="8686"/>
                  </a:cubicBezTo>
                  <a:cubicBezTo>
                    <a:pt x="4291" y="8293"/>
                    <a:pt x="3973" y="7975"/>
                    <a:pt x="3580" y="7975"/>
                  </a:cubicBezTo>
                  <a:cubicBezTo>
                    <a:pt x="3273" y="7975"/>
                    <a:pt x="3015" y="8165"/>
                    <a:pt x="2915" y="8434"/>
                  </a:cubicBezTo>
                  <a:lnTo>
                    <a:pt x="1591" y="8434"/>
                  </a:lnTo>
                  <a:lnTo>
                    <a:pt x="1591" y="7237"/>
                  </a:lnTo>
                  <a:lnTo>
                    <a:pt x="2891" y="7237"/>
                  </a:lnTo>
                  <a:cubicBezTo>
                    <a:pt x="2958" y="7237"/>
                    <a:pt x="3024" y="7213"/>
                    <a:pt x="3070" y="7164"/>
                  </a:cubicBezTo>
                  <a:lnTo>
                    <a:pt x="3539" y="6694"/>
                  </a:lnTo>
                  <a:cubicBezTo>
                    <a:pt x="3602" y="6713"/>
                    <a:pt x="3667" y="6727"/>
                    <a:pt x="3737" y="6727"/>
                  </a:cubicBezTo>
                  <a:cubicBezTo>
                    <a:pt x="4131" y="6727"/>
                    <a:pt x="4451" y="6407"/>
                    <a:pt x="4451" y="6013"/>
                  </a:cubicBezTo>
                  <a:cubicBezTo>
                    <a:pt x="4451" y="5620"/>
                    <a:pt x="4131" y="5302"/>
                    <a:pt x="3737" y="5302"/>
                  </a:cubicBezTo>
                  <a:cubicBezTo>
                    <a:pt x="3344" y="5302"/>
                    <a:pt x="3026" y="5620"/>
                    <a:pt x="3026" y="6013"/>
                  </a:cubicBezTo>
                  <a:cubicBezTo>
                    <a:pt x="3026" y="6149"/>
                    <a:pt x="3067" y="6279"/>
                    <a:pt x="3132" y="6388"/>
                  </a:cubicBezTo>
                  <a:lnTo>
                    <a:pt x="2785" y="6732"/>
                  </a:lnTo>
                  <a:lnTo>
                    <a:pt x="1591" y="6732"/>
                  </a:lnTo>
                  <a:lnTo>
                    <a:pt x="1591" y="4225"/>
                  </a:lnTo>
                  <a:cubicBezTo>
                    <a:pt x="1591" y="4087"/>
                    <a:pt x="1477" y="3973"/>
                    <a:pt x="1336" y="3973"/>
                  </a:cubicBezTo>
                  <a:cubicBezTo>
                    <a:pt x="1197" y="3973"/>
                    <a:pt x="1083" y="4087"/>
                    <a:pt x="1083" y="4225"/>
                  </a:cubicBezTo>
                  <a:lnTo>
                    <a:pt x="1083" y="15432"/>
                  </a:lnTo>
                  <a:cubicBezTo>
                    <a:pt x="1083" y="15901"/>
                    <a:pt x="1466" y="16284"/>
                    <a:pt x="1933" y="16284"/>
                  </a:cubicBezTo>
                  <a:lnTo>
                    <a:pt x="9883" y="16284"/>
                  </a:lnTo>
                  <a:cubicBezTo>
                    <a:pt x="10353" y="16284"/>
                    <a:pt x="10735" y="15901"/>
                    <a:pt x="10735" y="15432"/>
                  </a:cubicBezTo>
                  <a:lnTo>
                    <a:pt x="10735" y="14618"/>
                  </a:lnTo>
                  <a:lnTo>
                    <a:pt x="11313" y="15038"/>
                  </a:lnTo>
                  <a:lnTo>
                    <a:pt x="11313" y="16490"/>
                  </a:lnTo>
                  <a:cubicBezTo>
                    <a:pt x="11313" y="16693"/>
                    <a:pt x="11145" y="16862"/>
                    <a:pt x="10941" y="16862"/>
                  </a:cubicBezTo>
                  <a:lnTo>
                    <a:pt x="3789" y="16862"/>
                  </a:lnTo>
                  <a:cubicBezTo>
                    <a:pt x="3650" y="16862"/>
                    <a:pt x="3534" y="16976"/>
                    <a:pt x="3534" y="17117"/>
                  </a:cubicBezTo>
                  <a:cubicBezTo>
                    <a:pt x="3534" y="17255"/>
                    <a:pt x="3650" y="17369"/>
                    <a:pt x="3789" y="17369"/>
                  </a:cubicBezTo>
                  <a:lnTo>
                    <a:pt x="10941" y="17369"/>
                  </a:lnTo>
                  <a:cubicBezTo>
                    <a:pt x="11427" y="17369"/>
                    <a:pt x="11821" y="16976"/>
                    <a:pt x="11821" y="16490"/>
                  </a:cubicBezTo>
                  <a:lnTo>
                    <a:pt x="11821" y="15407"/>
                  </a:lnTo>
                  <a:lnTo>
                    <a:pt x="12211" y="15687"/>
                  </a:lnTo>
                  <a:cubicBezTo>
                    <a:pt x="12290" y="15746"/>
                    <a:pt x="12380" y="15774"/>
                    <a:pt x="12472" y="15774"/>
                  </a:cubicBezTo>
                  <a:cubicBezTo>
                    <a:pt x="12564" y="15774"/>
                    <a:pt x="12656" y="15746"/>
                    <a:pt x="12732" y="15687"/>
                  </a:cubicBezTo>
                  <a:lnTo>
                    <a:pt x="15177" y="13909"/>
                  </a:lnTo>
                  <a:cubicBezTo>
                    <a:pt x="15294" y="13828"/>
                    <a:pt x="15362" y="13692"/>
                    <a:pt x="15362" y="13551"/>
                  </a:cubicBezTo>
                  <a:lnTo>
                    <a:pt x="15362" y="12534"/>
                  </a:lnTo>
                  <a:cubicBezTo>
                    <a:pt x="15362" y="12395"/>
                    <a:pt x="15245" y="12279"/>
                    <a:pt x="15107" y="12279"/>
                  </a:cubicBezTo>
                  <a:cubicBezTo>
                    <a:pt x="14968" y="12279"/>
                    <a:pt x="14851" y="12395"/>
                    <a:pt x="14851" y="12534"/>
                  </a:cubicBezTo>
                  <a:lnTo>
                    <a:pt x="14851" y="13516"/>
                  </a:lnTo>
                  <a:lnTo>
                    <a:pt x="12475" y="15247"/>
                  </a:lnTo>
                  <a:lnTo>
                    <a:pt x="10098" y="13516"/>
                  </a:lnTo>
                  <a:lnTo>
                    <a:pt x="10098" y="10124"/>
                  </a:lnTo>
                  <a:lnTo>
                    <a:pt x="14854" y="10124"/>
                  </a:lnTo>
                  <a:lnTo>
                    <a:pt x="14854" y="11516"/>
                  </a:lnTo>
                  <a:cubicBezTo>
                    <a:pt x="14854" y="11657"/>
                    <a:pt x="14965" y="11774"/>
                    <a:pt x="15107" y="11774"/>
                  </a:cubicBezTo>
                  <a:cubicBezTo>
                    <a:pt x="15248" y="11774"/>
                    <a:pt x="15362" y="11657"/>
                    <a:pt x="15362" y="11519"/>
                  </a:cubicBezTo>
                  <a:lnTo>
                    <a:pt x="15362" y="10064"/>
                  </a:lnTo>
                  <a:cubicBezTo>
                    <a:pt x="15362" y="9820"/>
                    <a:pt x="15161" y="9619"/>
                    <a:pt x="14917" y="9619"/>
                  </a:cubicBezTo>
                  <a:lnTo>
                    <a:pt x="11821" y="9619"/>
                  </a:lnTo>
                  <a:lnTo>
                    <a:pt x="11821" y="879"/>
                  </a:lnTo>
                  <a:cubicBezTo>
                    <a:pt x="11821" y="394"/>
                    <a:pt x="11427" y="0"/>
                    <a:pt x="109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3307625" y="2005425"/>
              <a:ext cx="57550" cy="12725"/>
            </a:xfrm>
            <a:custGeom>
              <a:avLst/>
              <a:gdLst/>
              <a:ahLst/>
              <a:cxnLst/>
              <a:rect l="l" t="t" r="r" b="b"/>
              <a:pathLst>
                <a:path w="2302" h="509" extrusionOk="0">
                  <a:moveTo>
                    <a:pt x="253" y="1"/>
                  </a:moveTo>
                  <a:cubicBezTo>
                    <a:pt x="114" y="1"/>
                    <a:pt x="0" y="115"/>
                    <a:pt x="0" y="253"/>
                  </a:cubicBezTo>
                  <a:cubicBezTo>
                    <a:pt x="0" y="391"/>
                    <a:pt x="114" y="508"/>
                    <a:pt x="253" y="508"/>
                  </a:cubicBezTo>
                  <a:lnTo>
                    <a:pt x="2049" y="508"/>
                  </a:lnTo>
                  <a:cubicBezTo>
                    <a:pt x="2187" y="508"/>
                    <a:pt x="2301" y="391"/>
                    <a:pt x="2301" y="253"/>
                  </a:cubicBezTo>
                  <a:cubicBezTo>
                    <a:pt x="2301" y="115"/>
                    <a:pt x="2187" y="1"/>
                    <a:pt x="20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545;p43">
            <a:extLst>
              <a:ext uri="{FF2B5EF4-FFF2-40B4-BE49-F238E27FC236}">
                <a16:creationId xmlns:a16="http://schemas.microsoft.com/office/drawing/2014/main" id="{BD634D2E-4060-E2F8-4F3C-EAE2446EFFE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2634" y="1235959"/>
            <a:ext cx="6802096" cy="35658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Protects intellectual property</a:t>
            </a:r>
            <a:r>
              <a:rPr lang="en-US" dirty="0"/>
              <a:t>: Source code holds proprietary algorithms and business logic and losing it means losing competitive advantage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Prevents malicious changes</a:t>
            </a:r>
            <a:r>
              <a:rPr lang="en-US" dirty="0"/>
              <a:t>: Strong security stops unauthorized access and harmful code injections that could compromise application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Maintains trust: </a:t>
            </a:r>
            <a:r>
              <a:rPr lang="en-US" dirty="0"/>
              <a:t>Breaches customer confidence and can cause serious financial and reputational damage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Safeguards sensitive data</a:t>
            </a:r>
            <a:r>
              <a:rPr lang="en-US" dirty="0"/>
              <a:t>: Shared code often contains company secrets; keeping it secure ensures confidentiality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Supports supply chain security</a:t>
            </a:r>
            <a:r>
              <a:rPr lang="en-US" dirty="0"/>
              <a:t>: Repositories are part of the broader software ecosystem and securing them prevents risks from spreading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44"/>
          <p:cNvSpPr txBox="1">
            <a:spLocks noGrp="1"/>
          </p:cNvSpPr>
          <p:nvPr>
            <p:ph type="title"/>
          </p:nvPr>
        </p:nvSpPr>
        <p:spPr>
          <a:xfrm>
            <a:off x="516453" y="182457"/>
            <a:ext cx="85627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Common Risks in Shared Source Code</a:t>
            </a:r>
            <a:endParaRPr dirty="0"/>
          </a:p>
        </p:txBody>
      </p:sp>
      <p:sp>
        <p:nvSpPr>
          <p:cNvPr id="1602" name="Google Shape;1602;p44"/>
          <p:cNvSpPr txBox="1">
            <a:spLocks noGrp="1"/>
          </p:cNvSpPr>
          <p:nvPr>
            <p:ph type="subTitle" idx="2"/>
          </p:nvPr>
        </p:nvSpPr>
        <p:spPr>
          <a:xfrm>
            <a:off x="826051" y="1028185"/>
            <a:ext cx="6890025" cy="2934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Hardcoded Secrets : </a:t>
            </a:r>
            <a:r>
              <a:rPr lang="en-US" dirty="0"/>
              <a:t>Credentials, tokens, and API keys accidentally stored in code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Injection Attacks: </a:t>
            </a:r>
            <a:r>
              <a:rPr lang="en-US" dirty="0"/>
              <a:t>Malicious input (SQL injection) exploiting insecure code paths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Cross-Site Scripting (XSS): </a:t>
            </a:r>
            <a:r>
              <a:rPr lang="en-US" dirty="0"/>
              <a:t>Injected scripts running on users’ machines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Buffer Overflows: </a:t>
            </a:r>
            <a:r>
              <a:rPr lang="en-US" dirty="0"/>
              <a:t>Exploits that crash systems or allow arbitrary code execution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Weak Authentication &amp; Authorization: </a:t>
            </a:r>
            <a:r>
              <a:rPr lang="en-US" dirty="0"/>
              <a:t>Insecure cryptography or misconfigured permissions exposing sensitive code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1603" name="Google Shape;1603;p44"/>
          <p:cNvGrpSpPr/>
          <p:nvPr/>
        </p:nvGrpSpPr>
        <p:grpSpPr>
          <a:xfrm>
            <a:off x="1078512" y="4301044"/>
            <a:ext cx="132532" cy="132532"/>
            <a:chOff x="1078512" y="4301044"/>
            <a:chExt cx="132532" cy="132532"/>
          </a:xfrm>
        </p:grpSpPr>
        <p:sp>
          <p:nvSpPr>
            <p:cNvPr id="1604" name="Google Shape;1604;p44"/>
            <p:cNvSpPr/>
            <p:nvPr/>
          </p:nvSpPr>
          <p:spPr>
            <a:xfrm flipH="1">
              <a:off x="1134365" y="4301044"/>
              <a:ext cx="20764" cy="132532"/>
            </a:xfrm>
            <a:custGeom>
              <a:avLst/>
              <a:gdLst/>
              <a:ahLst/>
              <a:cxnLst/>
              <a:rect l="l" t="t" r="r" b="b"/>
              <a:pathLst>
                <a:path w="316" h="2017" extrusionOk="0">
                  <a:moveTo>
                    <a:pt x="0" y="1"/>
                  </a:moveTo>
                  <a:lnTo>
                    <a:pt x="0" y="2017"/>
                  </a:lnTo>
                  <a:lnTo>
                    <a:pt x="315" y="2017"/>
                  </a:lnTo>
                  <a:lnTo>
                    <a:pt x="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4"/>
            <p:cNvSpPr/>
            <p:nvPr/>
          </p:nvSpPr>
          <p:spPr>
            <a:xfrm flipH="1">
              <a:off x="1078512" y="4356960"/>
              <a:ext cx="132532" cy="20698"/>
            </a:xfrm>
            <a:custGeom>
              <a:avLst/>
              <a:gdLst/>
              <a:ahLst/>
              <a:cxnLst/>
              <a:rect l="l" t="t" r="r" b="b"/>
              <a:pathLst>
                <a:path w="2017" h="315" extrusionOk="0">
                  <a:moveTo>
                    <a:pt x="1" y="0"/>
                  </a:moveTo>
                  <a:lnTo>
                    <a:pt x="1" y="315"/>
                  </a:lnTo>
                  <a:lnTo>
                    <a:pt x="2017" y="315"/>
                  </a:lnTo>
                  <a:lnTo>
                    <a:pt x="20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6" name="Google Shape;1606;p44"/>
          <p:cNvGrpSpPr/>
          <p:nvPr/>
        </p:nvGrpSpPr>
        <p:grpSpPr>
          <a:xfrm>
            <a:off x="8129503" y="3638468"/>
            <a:ext cx="586296" cy="866602"/>
            <a:chOff x="8129503" y="3638468"/>
            <a:chExt cx="586296" cy="866602"/>
          </a:xfrm>
        </p:grpSpPr>
        <p:sp>
          <p:nvSpPr>
            <p:cNvPr id="1607" name="Google Shape;1607;p44"/>
            <p:cNvSpPr/>
            <p:nvPr/>
          </p:nvSpPr>
          <p:spPr>
            <a:xfrm flipH="1">
              <a:off x="8271231" y="4373460"/>
              <a:ext cx="40082" cy="40082"/>
            </a:xfrm>
            <a:custGeom>
              <a:avLst/>
              <a:gdLst/>
              <a:ahLst/>
              <a:cxnLst/>
              <a:rect l="l" t="t" r="r" b="b"/>
              <a:pathLst>
                <a:path w="610" h="610" extrusionOk="0">
                  <a:moveTo>
                    <a:pt x="522" y="0"/>
                  </a:moveTo>
                  <a:lnTo>
                    <a:pt x="0" y="523"/>
                  </a:lnTo>
                  <a:lnTo>
                    <a:pt x="87" y="610"/>
                  </a:lnTo>
                  <a:lnTo>
                    <a:pt x="610" y="8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4"/>
            <p:cNvSpPr/>
            <p:nvPr/>
          </p:nvSpPr>
          <p:spPr>
            <a:xfrm flipH="1">
              <a:off x="8271231" y="4373854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87" y="1"/>
                  </a:moveTo>
                  <a:lnTo>
                    <a:pt x="0" y="88"/>
                  </a:lnTo>
                  <a:lnTo>
                    <a:pt x="522" y="604"/>
                  </a:lnTo>
                  <a:lnTo>
                    <a:pt x="610" y="523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4"/>
            <p:cNvSpPr/>
            <p:nvPr/>
          </p:nvSpPr>
          <p:spPr>
            <a:xfrm flipH="1">
              <a:off x="8383457" y="4373854"/>
              <a:ext cx="39687" cy="40147"/>
            </a:xfrm>
            <a:custGeom>
              <a:avLst/>
              <a:gdLst/>
              <a:ahLst/>
              <a:cxnLst/>
              <a:rect l="l" t="t" r="r" b="b"/>
              <a:pathLst>
                <a:path w="604" h="611" extrusionOk="0">
                  <a:moveTo>
                    <a:pt x="523" y="1"/>
                  </a:moveTo>
                  <a:lnTo>
                    <a:pt x="1" y="523"/>
                  </a:lnTo>
                  <a:lnTo>
                    <a:pt x="81" y="610"/>
                  </a:lnTo>
                  <a:lnTo>
                    <a:pt x="604" y="88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4"/>
            <p:cNvSpPr/>
            <p:nvPr/>
          </p:nvSpPr>
          <p:spPr>
            <a:xfrm flipH="1">
              <a:off x="8383457" y="4373854"/>
              <a:ext cx="39687" cy="40147"/>
            </a:xfrm>
            <a:custGeom>
              <a:avLst/>
              <a:gdLst/>
              <a:ahLst/>
              <a:cxnLst/>
              <a:rect l="l" t="t" r="r" b="b"/>
              <a:pathLst>
                <a:path w="604" h="611" extrusionOk="0">
                  <a:moveTo>
                    <a:pt x="81" y="1"/>
                  </a:moveTo>
                  <a:lnTo>
                    <a:pt x="1" y="88"/>
                  </a:lnTo>
                  <a:lnTo>
                    <a:pt x="523" y="610"/>
                  </a:lnTo>
                  <a:lnTo>
                    <a:pt x="604" y="523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4"/>
            <p:cNvSpPr/>
            <p:nvPr/>
          </p:nvSpPr>
          <p:spPr>
            <a:xfrm flipH="1">
              <a:off x="8159005" y="4464989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523" y="0"/>
                  </a:moveTo>
                  <a:lnTo>
                    <a:pt x="1" y="523"/>
                  </a:lnTo>
                  <a:lnTo>
                    <a:pt x="81" y="610"/>
                  </a:lnTo>
                  <a:lnTo>
                    <a:pt x="604" y="87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4"/>
            <p:cNvSpPr/>
            <p:nvPr/>
          </p:nvSpPr>
          <p:spPr>
            <a:xfrm flipH="1">
              <a:off x="8159005" y="4464989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81" y="0"/>
                  </a:moveTo>
                  <a:lnTo>
                    <a:pt x="1" y="87"/>
                  </a:lnTo>
                  <a:lnTo>
                    <a:pt x="523" y="610"/>
                  </a:lnTo>
                  <a:lnTo>
                    <a:pt x="604" y="52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4"/>
            <p:cNvSpPr/>
            <p:nvPr/>
          </p:nvSpPr>
          <p:spPr>
            <a:xfrm flipH="1">
              <a:off x="8270771" y="4465449"/>
              <a:ext cx="39687" cy="39622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516" y="0"/>
                  </a:moveTo>
                  <a:lnTo>
                    <a:pt x="0" y="522"/>
                  </a:lnTo>
                  <a:lnTo>
                    <a:pt x="81" y="603"/>
                  </a:lnTo>
                  <a:lnTo>
                    <a:pt x="603" y="80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4"/>
            <p:cNvSpPr/>
            <p:nvPr/>
          </p:nvSpPr>
          <p:spPr>
            <a:xfrm flipH="1">
              <a:off x="8270771" y="4464989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81" y="0"/>
                  </a:moveTo>
                  <a:lnTo>
                    <a:pt x="0" y="87"/>
                  </a:lnTo>
                  <a:lnTo>
                    <a:pt x="523" y="610"/>
                  </a:lnTo>
                  <a:lnTo>
                    <a:pt x="603" y="52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4"/>
            <p:cNvSpPr/>
            <p:nvPr/>
          </p:nvSpPr>
          <p:spPr>
            <a:xfrm flipH="1">
              <a:off x="8242180" y="3740576"/>
              <a:ext cx="473620" cy="473620"/>
            </a:xfrm>
            <a:custGeom>
              <a:avLst/>
              <a:gdLst/>
              <a:ahLst/>
              <a:cxnLst/>
              <a:rect l="l" t="t" r="r" b="b"/>
              <a:pathLst>
                <a:path w="7208" h="7208" fill="none" extrusionOk="0">
                  <a:moveTo>
                    <a:pt x="7208" y="3604"/>
                  </a:moveTo>
                  <a:cubicBezTo>
                    <a:pt x="7208" y="5593"/>
                    <a:pt x="5593" y="7207"/>
                    <a:pt x="3604" y="7207"/>
                  </a:cubicBezTo>
                  <a:cubicBezTo>
                    <a:pt x="1615" y="7207"/>
                    <a:pt x="1" y="5593"/>
                    <a:pt x="1" y="3604"/>
                  </a:cubicBezTo>
                  <a:cubicBezTo>
                    <a:pt x="1" y="1615"/>
                    <a:pt x="1615" y="0"/>
                    <a:pt x="3604" y="0"/>
                  </a:cubicBezTo>
                  <a:cubicBezTo>
                    <a:pt x="5593" y="0"/>
                    <a:pt x="7208" y="1615"/>
                    <a:pt x="7208" y="360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4"/>
            <p:cNvSpPr/>
            <p:nvPr/>
          </p:nvSpPr>
          <p:spPr>
            <a:xfrm flipH="1">
              <a:off x="8344294" y="3638468"/>
              <a:ext cx="136015" cy="21618"/>
            </a:xfrm>
            <a:custGeom>
              <a:avLst/>
              <a:gdLst/>
              <a:ahLst/>
              <a:cxnLst/>
              <a:rect l="l" t="t" r="r" b="b"/>
              <a:pathLst>
                <a:path w="2070" h="329" extrusionOk="0">
                  <a:moveTo>
                    <a:pt x="0" y="1"/>
                  </a:moveTo>
                  <a:lnTo>
                    <a:pt x="0" y="329"/>
                  </a:lnTo>
                  <a:lnTo>
                    <a:pt x="2070" y="329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4"/>
            <p:cNvSpPr/>
            <p:nvPr/>
          </p:nvSpPr>
          <p:spPr>
            <a:xfrm flipH="1">
              <a:off x="8250073" y="3638468"/>
              <a:ext cx="67876" cy="21618"/>
            </a:xfrm>
            <a:custGeom>
              <a:avLst/>
              <a:gdLst/>
              <a:ahLst/>
              <a:cxnLst/>
              <a:rect l="l" t="t" r="r" b="b"/>
              <a:pathLst>
                <a:path w="1033" h="329" extrusionOk="0">
                  <a:moveTo>
                    <a:pt x="1" y="1"/>
                  </a:moveTo>
                  <a:lnTo>
                    <a:pt x="1" y="329"/>
                  </a:lnTo>
                  <a:lnTo>
                    <a:pt x="1032" y="329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4"/>
            <p:cNvSpPr/>
            <p:nvPr/>
          </p:nvSpPr>
          <p:spPr>
            <a:xfrm flipH="1">
              <a:off x="8208285" y="3638468"/>
              <a:ext cx="21618" cy="21618"/>
            </a:xfrm>
            <a:custGeom>
              <a:avLst/>
              <a:gdLst/>
              <a:ahLst/>
              <a:cxnLst/>
              <a:rect l="l" t="t" r="r" b="b"/>
              <a:pathLst>
                <a:path w="329" h="329" extrusionOk="0">
                  <a:moveTo>
                    <a:pt x="0" y="1"/>
                  </a:moveTo>
                  <a:lnTo>
                    <a:pt x="0" y="329"/>
                  </a:lnTo>
                  <a:lnTo>
                    <a:pt x="328" y="329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4"/>
            <p:cNvSpPr/>
            <p:nvPr/>
          </p:nvSpPr>
          <p:spPr>
            <a:xfrm flipH="1">
              <a:off x="8197705" y="4207091"/>
              <a:ext cx="67876" cy="11039"/>
            </a:xfrm>
            <a:custGeom>
              <a:avLst/>
              <a:gdLst/>
              <a:ahLst/>
              <a:cxnLst/>
              <a:rect l="l" t="t" r="r" b="b"/>
              <a:pathLst>
                <a:path w="1033" h="168" extrusionOk="0">
                  <a:moveTo>
                    <a:pt x="1" y="0"/>
                  </a:moveTo>
                  <a:lnTo>
                    <a:pt x="1" y="168"/>
                  </a:lnTo>
                  <a:lnTo>
                    <a:pt x="1032" y="168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4"/>
            <p:cNvSpPr/>
            <p:nvPr/>
          </p:nvSpPr>
          <p:spPr>
            <a:xfrm flipH="1">
              <a:off x="8150660" y="4207091"/>
              <a:ext cx="33905" cy="11039"/>
            </a:xfrm>
            <a:custGeom>
              <a:avLst/>
              <a:gdLst/>
              <a:ahLst/>
              <a:cxnLst/>
              <a:rect l="l" t="t" r="r" b="b"/>
              <a:pathLst>
                <a:path w="516" h="168" extrusionOk="0">
                  <a:moveTo>
                    <a:pt x="0" y="0"/>
                  </a:moveTo>
                  <a:lnTo>
                    <a:pt x="0" y="168"/>
                  </a:lnTo>
                  <a:lnTo>
                    <a:pt x="516" y="16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4"/>
            <p:cNvSpPr/>
            <p:nvPr/>
          </p:nvSpPr>
          <p:spPr>
            <a:xfrm flipH="1">
              <a:off x="8129503" y="4207091"/>
              <a:ext cx="11105" cy="11039"/>
            </a:xfrm>
            <a:custGeom>
              <a:avLst/>
              <a:gdLst/>
              <a:ahLst/>
              <a:cxnLst/>
              <a:rect l="l" t="t" r="r" b="b"/>
              <a:pathLst>
                <a:path w="16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168" y="16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714;p47">
            <a:extLst>
              <a:ext uri="{FF2B5EF4-FFF2-40B4-BE49-F238E27FC236}">
                <a16:creationId xmlns:a16="http://schemas.microsoft.com/office/drawing/2014/main" id="{E0DA04EE-450E-B3BC-637E-D0247198570E}"/>
              </a:ext>
            </a:extLst>
          </p:cNvPr>
          <p:cNvGrpSpPr/>
          <p:nvPr/>
        </p:nvGrpSpPr>
        <p:grpSpPr>
          <a:xfrm>
            <a:off x="150586" y="370082"/>
            <a:ext cx="434175" cy="385075"/>
            <a:chOff x="2504175" y="1248650"/>
            <a:chExt cx="434175" cy="385075"/>
          </a:xfrm>
        </p:grpSpPr>
        <p:sp>
          <p:nvSpPr>
            <p:cNvPr id="5" name="Google Shape;1715;p47">
              <a:extLst>
                <a:ext uri="{FF2B5EF4-FFF2-40B4-BE49-F238E27FC236}">
                  <a16:creationId xmlns:a16="http://schemas.microsoft.com/office/drawing/2014/main" id="{47F608B2-CC3A-3E2D-8A1E-8106A1FC3061}"/>
                </a:ext>
              </a:extLst>
            </p:cNvPr>
            <p:cNvSpPr/>
            <p:nvPr/>
          </p:nvSpPr>
          <p:spPr>
            <a:xfrm>
              <a:off x="2532050" y="1272200"/>
              <a:ext cx="67525" cy="12700"/>
            </a:xfrm>
            <a:custGeom>
              <a:avLst/>
              <a:gdLst/>
              <a:ahLst/>
              <a:cxnLst/>
              <a:rect l="l" t="t" r="r" b="b"/>
              <a:pathLst>
                <a:path w="2701" h="508" extrusionOk="0">
                  <a:moveTo>
                    <a:pt x="255" y="0"/>
                  </a:moveTo>
                  <a:cubicBezTo>
                    <a:pt x="112" y="0"/>
                    <a:pt x="0" y="111"/>
                    <a:pt x="0" y="255"/>
                  </a:cubicBezTo>
                  <a:cubicBezTo>
                    <a:pt x="0" y="394"/>
                    <a:pt x="117" y="508"/>
                    <a:pt x="255" y="508"/>
                  </a:cubicBezTo>
                  <a:lnTo>
                    <a:pt x="2445" y="508"/>
                  </a:lnTo>
                  <a:cubicBezTo>
                    <a:pt x="2586" y="508"/>
                    <a:pt x="2700" y="394"/>
                    <a:pt x="2700" y="255"/>
                  </a:cubicBezTo>
                  <a:cubicBezTo>
                    <a:pt x="2700" y="114"/>
                    <a:pt x="2586" y="0"/>
                    <a:pt x="24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16;p47">
              <a:extLst>
                <a:ext uri="{FF2B5EF4-FFF2-40B4-BE49-F238E27FC236}">
                  <a16:creationId xmlns:a16="http://schemas.microsoft.com/office/drawing/2014/main" id="{DAE7D709-9EE5-A8A2-09A9-A4D96EE7A012}"/>
                </a:ext>
              </a:extLst>
            </p:cNvPr>
            <p:cNvSpPr/>
            <p:nvPr/>
          </p:nvSpPr>
          <p:spPr>
            <a:xfrm>
              <a:off x="2504175" y="1248650"/>
              <a:ext cx="434175" cy="385075"/>
            </a:xfrm>
            <a:custGeom>
              <a:avLst/>
              <a:gdLst/>
              <a:ahLst/>
              <a:cxnLst/>
              <a:rect l="l" t="t" r="r" b="b"/>
              <a:pathLst>
                <a:path w="17367" h="15403" extrusionOk="0">
                  <a:moveTo>
                    <a:pt x="624" y="1"/>
                  </a:moveTo>
                  <a:cubicBezTo>
                    <a:pt x="277" y="1"/>
                    <a:pt x="0" y="283"/>
                    <a:pt x="0" y="625"/>
                  </a:cubicBezTo>
                  <a:lnTo>
                    <a:pt x="0" y="14772"/>
                  </a:lnTo>
                  <a:cubicBezTo>
                    <a:pt x="0" y="15120"/>
                    <a:pt x="282" y="15397"/>
                    <a:pt x="624" y="15397"/>
                  </a:cubicBezTo>
                  <a:lnTo>
                    <a:pt x="13988" y="15397"/>
                  </a:lnTo>
                  <a:cubicBezTo>
                    <a:pt x="14126" y="15397"/>
                    <a:pt x="14243" y="15283"/>
                    <a:pt x="14243" y="15144"/>
                  </a:cubicBezTo>
                  <a:cubicBezTo>
                    <a:pt x="14243" y="15003"/>
                    <a:pt x="14126" y="14889"/>
                    <a:pt x="13988" y="14889"/>
                  </a:cubicBezTo>
                  <a:lnTo>
                    <a:pt x="624" y="14889"/>
                  </a:lnTo>
                  <a:cubicBezTo>
                    <a:pt x="559" y="14889"/>
                    <a:pt x="508" y="14838"/>
                    <a:pt x="508" y="14772"/>
                  </a:cubicBezTo>
                  <a:lnTo>
                    <a:pt x="508" y="2386"/>
                  </a:lnTo>
                  <a:lnTo>
                    <a:pt x="16856" y="2386"/>
                  </a:lnTo>
                  <a:lnTo>
                    <a:pt x="16856" y="14778"/>
                  </a:lnTo>
                  <a:cubicBezTo>
                    <a:pt x="16856" y="14840"/>
                    <a:pt x="16807" y="14892"/>
                    <a:pt x="16742" y="14892"/>
                  </a:cubicBezTo>
                  <a:lnTo>
                    <a:pt x="15006" y="14892"/>
                  </a:lnTo>
                  <a:cubicBezTo>
                    <a:pt x="14867" y="14892"/>
                    <a:pt x="14750" y="15009"/>
                    <a:pt x="14750" y="15147"/>
                  </a:cubicBezTo>
                  <a:cubicBezTo>
                    <a:pt x="14750" y="15285"/>
                    <a:pt x="14867" y="15402"/>
                    <a:pt x="15006" y="15402"/>
                  </a:cubicBezTo>
                  <a:lnTo>
                    <a:pt x="16742" y="15402"/>
                  </a:lnTo>
                  <a:cubicBezTo>
                    <a:pt x="17087" y="15402"/>
                    <a:pt x="17366" y="15120"/>
                    <a:pt x="17366" y="14778"/>
                  </a:cubicBezTo>
                  <a:lnTo>
                    <a:pt x="17366" y="630"/>
                  </a:lnTo>
                  <a:cubicBezTo>
                    <a:pt x="17366" y="283"/>
                    <a:pt x="17087" y="1"/>
                    <a:pt x="16742" y="1"/>
                  </a:cubicBezTo>
                  <a:lnTo>
                    <a:pt x="3704" y="1"/>
                  </a:lnTo>
                  <a:cubicBezTo>
                    <a:pt x="3566" y="1"/>
                    <a:pt x="3449" y="117"/>
                    <a:pt x="3449" y="256"/>
                  </a:cubicBezTo>
                  <a:cubicBezTo>
                    <a:pt x="3449" y="397"/>
                    <a:pt x="3566" y="511"/>
                    <a:pt x="3704" y="511"/>
                  </a:cubicBezTo>
                  <a:lnTo>
                    <a:pt x="16742" y="511"/>
                  </a:lnTo>
                  <a:cubicBezTo>
                    <a:pt x="16807" y="511"/>
                    <a:pt x="16856" y="562"/>
                    <a:pt x="16856" y="625"/>
                  </a:cubicBezTo>
                  <a:lnTo>
                    <a:pt x="16856" y="1876"/>
                  </a:lnTo>
                  <a:lnTo>
                    <a:pt x="508" y="1876"/>
                  </a:lnTo>
                  <a:lnTo>
                    <a:pt x="508" y="625"/>
                  </a:lnTo>
                  <a:cubicBezTo>
                    <a:pt x="508" y="562"/>
                    <a:pt x="559" y="511"/>
                    <a:pt x="624" y="511"/>
                  </a:cubicBezTo>
                  <a:lnTo>
                    <a:pt x="2684" y="511"/>
                  </a:lnTo>
                  <a:cubicBezTo>
                    <a:pt x="2822" y="511"/>
                    <a:pt x="2936" y="397"/>
                    <a:pt x="2936" y="256"/>
                  </a:cubicBezTo>
                  <a:cubicBezTo>
                    <a:pt x="2936" y="117"/>
                    <a:pt x="2822" y="1"/>
                    <a:pt x="26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17;p47">
              <a:extLst>
                <a:ext uri="{FF2B5EF4-FFF2-40B4-BE49-F238E27FC236}">
                  <a16:creationId xmlns:a16="http://schemas.microsoft.com/office/drawing/2014/main" id="{0CF42BB4-99B6-E46A-62FB-E63B885B6046}"/>
                </a:ext>
              </a:extLst>
            </p:cNvPr>
            <p:cNvSpPr/>
            <p:nvPr/>
          </p:nvSpPr>
          <p:spPr>
            <a:xfrm>
              <a:off x="2774025" y="1358625"/>
              <a:ext cx="75250" cy="23625"/>
            </a:xfrm>
            <a:custGeom>
              <a:avLst/>
              <a:gdLst/>
              <a:ahLst/>
              <a:cxnLst/>
              <a:rect l="l" t="t" r="r" b="b"/>
              <a:pathLst>
                <a:path w="3010" h="945" extrusionOk="0">
                  <a:moveTo>
                    <a:pt x="717" y="0"/>
                  </a:moveTo>
                  <a:cubicBezTo>
                    <a:pt x="649" y="0"/>
                    <a:pt x="586" y="27"/>
                    <a:pt x="538" y="73"/>
                  </a:cubicBezTo>
                  <a:lnTo>
                    <a:pt x="101" y="510"/>
                  </a:lnTo>
                  <a:cubicBezTo>
                    <a:pt x="0" y="608"/>
                    <a:pt x="0" y="771"/>
                    <a:pt x="101" y="871"/>
                  </a:cubicBezTo>
                  <a:cubicBezTo>
                    <a:pt x="152" y="923"/>
                    <a:pt x="215" y="944"/>
                    <a:pt x="280" y="944"/>
                  </a:cubicBezTo>
                  <a:cubicBezTo>
                    <a:pt x="345" y="944"/>
                    <a:pt x="410" y="923"/>
                    <a:pt x="459" y="871"/>
                  </a:cubicBezTo>
                  <a:lnTo>
                    <a:pt x="822" y="507"/>
                  </a:lnTo>
                  <a:lnTo>
                    <a:pt x="2757" y="507"/>
                  </a:lnTo>
                  <a:cubicBezTo>
                    <a:pt x="2895" y="507"/>
                    <a:pt x="3009" y="393"/>
                    <a:pt x="3009" y="252"/>
                  </a:cubicBezTo>
                  <a:cubicBezTo>
                    <a:pt x="3009" y="114"/>
                    <a:pt x="2898" y="0"/>
                    <a:pt x="27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18;p47">
              <a:extLst>
                <a:ext uri="{FF2B5EF4-FFF2-40B4-BE49-F238E27FC236}">
                  <a16:creationId xmlns:a16="http://schemas.microsoft.com/office/drawing/2014/main" id="{589ACE75-DC2A-FDBB-F0C7-39A5F449A764}"/>
                </a:ext>
              </a:extLst>
            </p:cNvPr>
            <p:cNvSpPr/>
            <p:nvPr/>
          </p:nvSpPr>
          <p:spPr>
            <a:xfrm>
              <a:off x="2809350" y="1380400"/>
              <a:ext cx="39925" cy="12700"/>
            </a:xfrm>
            <a:custGeom>
              <a:avLst/>
              <a:gdLst/>
              <a:ahLst/>
              <a:cxnLst/>
              <a:rect l="l" t="t" r="r" b="b"/>
              <a:pathLst>
                <a:path w="1597" h="508" extrusionOk="0">
                  <a:moveTo>
                    <a:pt x="253" y="0"/>
                  </a:moveTo>
                  <a:cubicBezTo>
                    <a:pt x="115" y="0"/>
                    <a:pt x="1" y="114"/>
                    <a:pt x="1" y="255"/>
                  </a:cubicBezTo>
                  <a:cubicBezTo>
                    <a:pt x="1" y="393"/>
                    <a:pt x="115" y="507"/>
                    <a:pt x="253" y="507"/>
                  </a:cubicBezTo>
                  <a:lnTo>
                    <a:pt x="1344" y="507"/>
                  </a:lnTo>
                  <a:cubicBezTo>
                    <a:pt x="1485" y="507"/>
                    <a:pt x="1596" y="393"/>
                    <a:pt x="1596" y="255"/>
                  </a:cubicBezTo>
                  <a:cubicBezTo>
                    <a:pt x="1596" y="114"/>
                    <a:pt x="1482" y="0"/>
                    <a:pt x="13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19;p47">
              <a:extLst>
                <a:ext uri="{FF2B5EF4-FFF2-40B4-BE49-F238E27FC236}">
                  <a16:creationId xmlns:a16="http://schemas.microsoft.com/office/drawing/2014/main" id="{CA000087-EEE0-4F45-8FC7-C2EFCE680D96}"/>
                </a:ext>
              </a:extLst>
            </p:cNvPr>
            <p:cNvSpPr/>
            <p:nvPr/>
          </p:nvSpPr>
          <p:spPr>
            <a:xfrm>
              <a:off x="2551100" y="1506225"/>
              <a:ext cx="71200" cy="24575"/>
            </a:xfrm>
            <a:custGeom>
              <a:avLst/>
              <a:gdLst/>
              <a:ahLst/>
              <a:cxnLst/>
              <a:rect l="l" t="t" r="r" b="b"/>
              <a:pathLst>
                <a:path w="2848" h="983" extrusionOk="0">
                  <a:moveTo>
                    <a:pt x="2570" y="0"/>
                  </a:moveTo>
                  <a:cubicBezTo>
                    <a:pt x="2505" y="0"/>
                    <a:pt x="2439" y="25"/>
                    <a:pt x="2389" y="74"/>
                  </a:cubicBezTo>
                  <a:lnTo>
                    <a:pt x="1990" y="475"/>
                  </a:lnTo>
                  <a:lnTo>
                    <a:pt x="256" y="475"/>
                  </a:lnTo>
                  <a:cubicBezTo>
                    <a:pt x="118" y="475"/>
                    <a:pt x="1" y="589"/>
                    <a:pt x="1" y="728"/>
                  </a:cubicBezTo>
                  <a:cubicBezTo>
                    <a:pt x="1" y="869"/>
                    <a:pt x="118" y="983"/>
                    <a:pt x="256" y="983"/>
                  </a:cubicBezTo>
                  <a:lnTo>
                    <a:pt x="2096" y="983"/>
                  </a:lnTo>
                  <a:cubicBezTo>
                    <a:pt x="2163" y="983"/>
                    <a:pt x="2226" y="956"/>
                    <a:pt x="2275" y="909"/>
                  </a:cubicBezTo>
                  <a:lnTo>
                    <a:pt x="2750" y="435"/>
                  </a:lnTo>
                  <a:cubicBezTo>
                    <a:pt x="2847" y="337"/>
                    <a:pt x="2847" y="171"/>
                    <a:pt x="2750" y="74"/>
                  </a:cubicBezTo>
                  <a:cubicBezTo>
                    <a:pt x="2701" y="25"/>
                    <a:pt x="2636" y="0"/>
                    <a:pt x="25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20;p47">
              <a:extLst>
                <a:ext uri="{FF2B5EF4-FFF2-40B4-BE49-F238E27FC236}">
                  <a16:creationId xmlns:a16="http://schemas.microsoft.com/office/drawing/2014/main" id="{70F9E1F4-F395-8C75-72A7-F336D778C88A}"/>
                </a:ext>
              </a:extLst>
            </p:cNvPr>
            <p:cNvSpPr/>
            <p:nvPr/>
          </p:nvSpPr>
          <p:spPr>
            <a:xfrm>
              <a:off x="2551250" y="1538775"/>
              <a:ext cx="38000" cy="12725"/>
            </a:xfrm>
            <a:custGeom>
              <a:avLst/>
              <a:gdLst/>
              <a:ahLst/>
              <a:cxnLst/>
              <a:rect l="l" t="t" r="r" b="b"/>
              <a:pathLst>
                <a:path w="1520" h="509" extrusionOk="0">
                  <a:moveTo>
                    <a:pt x="253" y="1"/>
                  </a:moveTo>
                  <a:cubicBezTo>
                    <a:pt x="114" y="1"/>
                    <a:pt x="0" y="115"/>
                    <a:pt x="0" y="256"/>
                  </a:cubicBezTo>
                  <a:cubicBezTo>
                    <a:pt x="0" y="394"/>
                    <a:pt x="114" y="508"/>
                    <a:pt x="253" y="508"/>
                  </a:cubicBezTo>
                  <a:lnTo>
                    <a:pt x="1265" y="508"/>
                  </a:lnTo>
                  <a:cubicBezTo>
                    <a:pt x="1403" y="508"/>
                    <a:pt x="1520" y="394"/>
                    <a:pt x="1520" y="256"/>
                  </a:cubicBezTo>
                  <a:cubicBezTo>
                    <a:pt x="1520" y="115"/>
                    <a:pt x="1403" y="1"/>
                    <a:pt x="12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21;p47">
              <a:extLst>
                <a:ext uri="{FF2B5EF4-FFF2-40B4-BE49-F238E27FC236}">
                  <a16:creationId xmlns:a16="http://schemas.microsoft.com/office/drawing/2014/main" id="{B10C0D0C-1F93-67F6-0F11-831BE2460BC9}"/>
                </a:ext>
              </a:extLst>
            </p:cNvPr>
            <p:cNvSpPr/>
            <p:nvPr/>
          </p:nvSpPr>
          <p:spPr>
            <a:xfrm>
              <a:off x="2607900" y="1358150"/>
              <a:ext cx="226575" cy="212825"/>
            </a:xfrm>
            <a:custGeom>
              <a:avLst/>
              <a:gdLst/>
              <a:ahLst/>
              <a:cxnLst/>
              <a:rect l="l" t="t" r="r" b="b"/>
              <a:pathLst>
                <a:path w="9063" h="8513" extrusionOk="0">
                  <a:moveTo>
                    <a:pt x="5069" y="513"/>
                  </a:moveTo>
                  <a:cubicBezTo>
                    <a:pt x="5139" y="513"/>
                    <a:pt x="5204" y="548"/>
                    <a:pt x="5242" y="608"/>
                  </a:cubicBezTo>
                  <a:lnTo>
                    <a:pt x="5283" y="673"/>
                  </a:lnTo>
                  <a:lnTo>
                    <a:pt x="5104" y="874"/>
                  </a:lnTo>
                  <a:cubicBezTo>
                    <a:pt x="5009" y="977"/>
                    <a:pt x="5017" y="1137"/>
                    <a:pt x="5123" y="1232"/>
                  </a:cubicBezTo>
                  <a:cubicBezTo>
                    <a:pt x="5172" y="1276"/>
                    <a:pt x="5232" y="1297"/>
                    <a:pt x="5293" y="1297"/>
                  </a:cubicBezTo>
                  <a:cubicBezTo>
                    <a:pt x="5363" y="1297"/>
                    <a:pt x="5433" y="1268"/>
                    <a:pt x="5484" y="1213"/>
                  </a:cubicBezTo>
                  <a:lnTo>
                    <a:pt x="5568" y="1118"/>
                  </a:lnTo>
                  <a:lnTo>
                    <a:pt x="5734" y="1378"/>
                  </a:lnTo>
                  <a:cubicBezTo>
                    <a:pt x="5777" y="1446"/>
                    <a:pt x="5777" y="1533"/>
                    <a:pt x="5734" y="1601"/>
                  </a:cubicBezTo>
                  <a:lnTo>
                    <a:pt x="5177" y="2469"/>
                  </a:lnTo>
                  <a:lnTo>
                    <a:pt x="3875" y="2469"/>
                  </a:lnTo>
                  <a:lnTo>
                    <a:pt x="3319" y="1601"/>
                  </a:lnTo>
                  <a:cubicBezTo>
                    <a:pt x="3286" y="1533"/>
                    <a:pt x="3286" y="1446"/>
                    <a:pt x="3327" y="1378"/>
                  </a:cubicBezTo>
                  <a:lnTo>
                    <a:pt x="3492" y="1118"/>
                  </a:lnTo>
                  <a:lnTo>
                    <a:pt x="3576" y="1213"/>
                  </a:lnTo>
                  <a:cubicBezTo>
                    <a:pt x="3626" y="1268"/>
                    <a:pt x="3696" y="1297"/>
                    <a:pt x="3766" y="1297"/>
                  </a:cubicBezTo>
                  <a:cubicBezTo>
                    <a:pt x="3827" y="1297"/>
                    <a:pt x="3888" y="1276"/>
                    <a:pt x="3937" y="1232"/>
                  </a:cubicBezTo>
                  <a:cubicBezTo>
                    <a:pt x="4043" y="1137"/>
                    <a:pt x="4051" y="977"/>
                    <a:pt x="3956" y="874"/>
                  </a:cubicBezTo>
                  <a:lnTo>
                    <a:pt x="3777" y="673"/>
                  </a:lnTo>
                  <a:lnTo>
                    <a:pt x="3818" y="608"/>
                  </a:lnTo>
                  <a:cubicBezTo>
                    <a:pt x="3856" y="548"/>
                    <a:pt x="3918" y="513"/>
                    <a:pt x="3992" y="513"/>
                  </a:cubicBezTo>
                  <a:close/>
                  <a:moveTo>
                    <a:pt x="3992" y="0"/>
                  </a:moveTo>
                  <a:cubicBezTo>
                    <a:pt x="3747" y="0"/>
                    <a:pt x="3519" y="122"/>
                    <a:pt x="3386" y="331"/>
                  </a:cubicBezTo>
                  <a:lnTo>
                    <a:pt x="2893" y="1104"/>
                  </a:lnTo>
                  <a:cubicBezTo>
                    <a:pt x="2743" y="1338"/>
                    <a:pt x="2743" y="1639"/>
                    <a:pt x="2893" y="1878"/>
                  </a:cubicBezTo>
                  <a:lnTo>
                    <a:pt x="3291" y="2502"/>
                  </a:lnTo>
                  <a:cubicBezTo>
                    <a:pt x="3139" y="2543"/>
                    <a:pt x="3004" y="2632"/>
                    <a:pt x="2903" y="2760"/>
                  </a:cubicBezTo>
                  <a:lnTo>
                    <a:pt x="2228" y="3606"/>
                  </a:lnTo>
                  <a:lnTo>
                    <a:pt x="1392" y="3112"/>
                  </a:lnTo>
                  <a:cubicBezTo>
                    <a:pt x="1352" y="3087"/>
                    <a:pt x="1307" y="3075"/>
                    <a:pt x="1263" y="3075"/>
                  </a:cubicBezTo>
                  <a:cubicBezTo>
                    <a:pt x="1178" y="3075"/>
                    <a:pt x="1095" y="3118"/>
                    <a:pt x="1047" y="3196"/>
                  </a:cubicBezTo>
                  <a:lnTo>
                    <a:pt x="73" y="4759"/>
                  </a:lnTo>
                  <a:cubicBezTo>
                    <a:pt x="0" y="4879"/>
                    <a:pt x="35" y="5033"/>
                    <a:pt x="155" y="5109"/>
                  </a:cubicBezTo>
                  <a:cubicBezTo>
                    <a:pt x="197" y="5135"/>
                    <a:pt x="243" y="5148"/>
                    <a:pt x="289" y="5148"/>
                  </a:cubicBezTo>
                  <a:cubicBezTo>
                    <a:pt x="373" y="5148"/>
                    <a:pt x="455" y="5105"/>
                    <a:pt x="505" y="5028"/>
                  </a:cubicBezTo>
                  <a:lnTo>
                    <a:pt x="1346" y="3677"/>
                  </a:lnTo>
                  <a:lnTo>
                    <a:pt x="1905" y="4010"/>
                  </a:lnTo>
                  <a:lnTo>
                    <a:pt x="1615" y="4377"/>
                  </a:lnTo>
                  <a:cubicBezTo>
                    <a:pt x="1468" y="4559"/>
                    <a:pt x="1416" y="4792"/>
                    <a:pt x="1468" y="5017"/>
                  </a:cubicBezTo>
                  <a:lnTo>
                    <a:pt x="1655" y="5831"/>
                  </a:lnTo>
                  <a:lnTo>
                    <a:pt x="944" y="6236"/>
                  </a:lnTo>
                  <a:cubicBezTo>
                    <a:pt x="855" y="6290"/>
                    <a:pt x="803" y="6390"/>
                    <a:pt x="819" y="6496"/>
                  </a:cubicBezTo>
                  <a:lnTo>
                    <a:pt x="1107" y="8271"/>
                  </a:lnTo>
                  <a:cubicBezTo>
                    <a:pt x="1129" y="8394"/>
                    <a:pt x="1235" y="8483"/>
                    <a:pt x="1357" y="8483"/>
                  </a:cubicBezTo>
                  <a:cubicBezTo>
                    <a:pt x="1371" y="8483"/>
                    <a:pt x="1386" y="8482"/>
                    <a:pt x="1400" y="8480"/>
                  </a:cubicBezTo>
                  <a:cubicBezTo>
                    <a:pt x="1539" y="8458"/>
                    <a:pt x="1634" y="8328"/>
                    <a:pt x="1609" y="8189"/>
                  </a:cubicBezTo>
                  <a:lnTo>
                    <a:pt x="1349" y="6588"/>
                  </a:lnTo>
                  <a:lnTo>
                    <a:pt x="1769" y="6347"/>
                  </a:lnTo>
                  <a:lnTo>
                    <a:pt x="1927" y="7025"/>
                  </a:lnTo>
                  <a:cubicBezTo>
                    <a:pt x="1975" y="7253"/>
                    <a:pt x="2125" y="7440"/>
                    <a:pt x="2336" y="7541"/>
                  </a:cubicBezTo>
                  <a:lnTo>
                    <a:pt x="2713" y="7725"/>
                  </a:lnTo>
                  <a:cubicBezTo>
                    <a:pt x="2748" y="7742"/>
                    <a:pt x="2785" y="7749"/>
                    <a:pt x="2821" y="7749"/>
                  </a:cubicBezTo>
                  <a:cubicBezTo>
                    <a:pt x="2915" y="7749"/>
                    <a:pt x="3008" y="7696"/>
                    <a:pt x="3053" y="7606"/>
                  </a:cubicBezTo>
                  <a:cubicBezTo>
                    <a:pt x="3112" y="7478"/>
                    <a:pt x="3058" y="7326"/>
                    <a:pt x="2933" y="7267"/>
                  </a:cubicBezTo>
                  <a:lnTo>
                    <a:pt x="2556" y="7082"/>
                  </a:lnTo>
                  <a:cubicBezTo>
                    <a:pt x="2488" y="7050"/>
                    <a:pt x="2437" y="6987"/>
                    <a:pt x="2420" y="6914"/>
                  </a:cubicBezTo>
                  <a:cubicBezTo>
                    <a:pt x="2255" y="6184"/>
                    <a:pt x="2125" y="5617"/>
                    <a:pt x="1962" y="4903"/>
                  </a:cubicBezTo>
                  <a:cubicBezTo>
                    <a:pt x="1946" y="4827"/>
                    <a:pt x="1962" y="4749"/>
                    <a:pt x="2011" y="4689"/>
                  </a:cubicBezTo>
                  <a:lnTo>
                    <a:pt x="3297" y="3074"/>
                  </a:lnTo>
                  <a:cubicBezTo>
                    <a:pt x="3343" y="3012"/>
                    <a:pt x="3414" y="2979"/>
                    <a:pt x="3492" y="2979"/>
                  </a:cubicBezTo>
                  <a:lnTo>
                    <a:pt x="5557" y="2979"/>
                  </a:lnTo>
                  <a:cubicBezTo>
                    <a:pt x="5636" y="2979"/>
                    <a:pt x="5706" y="3012"/>
                    <a:pt x="5755" y="3074"/>
                  </a:cubicBezTo>
                  <a:lnTo>
                    <a:pt x="7041" y="4689"/>
                  </a:lnTo>
                  <a:cubicBezTo>
                    <a:pt x="7088" y="4749"/>
                    <a:pt x="7104" y="4825"/>
                    <a:pt x="7088" y="4903"/>
                  </a:cubicBezTo>
                  <a:cubicBezTo>
                    <a:pt x="6925" y="5611"/>
                    <a:pt x="6800" y="6170"/>
                    <a:pt x="6629" y="6914"/>
                  </a:cubicBezTo>
                  <a:cubicBezTo>
                    <a:pt x="6613" y="6987"/>
                    <a:pt x="6561" y="7050"/>
                    <a:pt x="6493" y="7082"/>
                  </a:cubicBezTo>
                  <a:lnTo>
                    <a:pt x="4635" y="7978"/>
                  </a:lnTo>
                  <a:cubicBezTo>
                    <a:pt x="4601" y="7995"/>
                    <a:pt x="4563" y="8004"/>
                    <a:pt x="4526" y="8004"/>
                  </a:cubicBezTo>
                  <a:cubicBezTo>
                    <a:pt x="4489" y="8004"/>
                    <a:pt x="4451" y="7995"/>
                    <a:pt x="4418" y="7978"/>
                  </a:cubicBezTo>
                  <a:lnTo>
                    <a:pt x="3853" y="7706"/>
                  </a:lnTo>
                  <a:cubicBezTo>
                    <a:pt x="3818" y="7690"/>
                    <a:pt x="3781" y="7682"/>
                    <a:pt x="3744" y="7682"/>
                  </a:cubicBezTo>
                  <a:cubicBezTo>
                    <a:pt x="3649" y="7682"/>
                    <a:pt x="3557" y="7735"/>
                    <a:pt x="3514" y="7826"/>
                  </a:cubicBezTo>
                  <a:cubicBezTo>
                    <a:pt x="3452" y="7950"/>
                    <a:pt x="3506" y="8105"/>
                    <a:pt x="3631" y="8165"/>
                  </a:cubicBezTo>
                  <a:lnTo>
                    <a:pt x="4198" y="8436"/>
                  </a:lnTo>
                  <a:cubicBezTo>
                    <a:pt x="4304" y="8488"/>
                    <a:pt x="4415" y="8512"/>
                    <a:pt x="4526" y="8512"/>
                  </a:cubicBezTo>
                  <a:cubicBezTo>
                    <a:pt x="4640" y="8512"/>
                    <a:pt x="4751" y="8488"/>
                    <a:pt x="4857" y="8436"/>
                  </a:cubicBezTo>
                  <a:lnTo>
                    <a:pt x="6716" y="7541"/>
                  </a:lnTo>
                  <a:cubicBezTo>
                    <a:pt x="6925" y="7440"/>
                    <a:pt x="7074" y="7253"/>
                    <a:pt x="7126" y="7025"/>
                  </a:cubicBezTo>
                  <a:lnTo>
                    <a:pt x="7280" y="6347"/>
                  </a:lnTo>
                  <a:lnTo>
                    <a:pt x="7701" y="6588"/>
                  </a:lnTo>
                  <a:lnTo>
                    <a:pt x="7440" y="8189"/>
                  </a:lnTo>
                  <a:cubicBezTo>
                    <a:pt x="7416" y="8328"/>
                    <a:pt x="7511" y="8458"/>
                    <a:pt x="7652" y="8480"/>
                  </a:cubicBezTo>
                  <a:cubicBezTo>
                    <a:pt x="7667" y="8482"/>
                    <a:pt x="7681" y="8483"/>
                    <a:pt x="7695" y="8483"/>
                  </a:cubicBezTo>
                  <a:cubicBezTo>
                    <a:pt x="7816" y="8483"/>
                    <a:pt x="7920" y="8394"/>
                    <a:pt x="7942" y="8271"/>
                  </a:cubicBezTo>
                  <a:lnTo>
                    <a:pt x="8230" y="6496"/>
                  </a:lnTo>
                  <a:cubicBezTo>
                    <a:pt x="8249" y="6390"/>
                    <a:pt x="8197" y="6284"/>
                    <a:pt x="8105" y="6236"/>
                  </a:cubicBezTo>
                  <a:lnTo>
                    <a:pt x="7397" y="5831"/>
                  </a:lnTo>
                  <a:lnTo>
                    <a:pt x="7584" y="5017"/>
                  </a:lnTo>
                  <a:cubicBezTo>
                    <a:pt x="7633" y="4789"/>
                    <a:pt x="7579" y="4556"/>
                    <a:pt x="7438" y="4377"/>
                  </a:cubicBezTo>
                  <a:lnTo>
                    <a:pt x="7145" y="4010"/>
                  </a:lnTo>
                  <a:lnTo>
                    <a:pt x="7706" y="3677"/>
                  </a:lnTo>
                  <a:lnTo>
                    <a:pt x="8556" y="5028"/>
                  </a:lnTo>
                  <a:cubicBezTo>
                    <a:pt x="8605" y="5105"/>
                    <a:pt x="8687" y="5148"/>
                    <a:pt x="8772" y="5148"/>
                  </a:cubicBezTo>
                  <a:cubicBezTo>
                    <a:pt x="8817" y="5148"/>
                    <a:pt x="8864" y="5135"/>
                    <a:pt x="8906" y="5109"/>
                  </a:cubicBezTo>
                  <a:cubicBezTo>
                    <a:pt x="9025" y="5033"/>
                    <a:pt x="9063" y="4879"/>
                    <a:pt x="8987" y="4759"/>
                  </a:cubicBezTo>
                  <a:lnTo>
                    <a:pt x="8013" y="3196"/>
                  </a:lnTo>
                  <a:cubicBezTo>
                    <a:pt x="7965" y="3118"/>
                    <a:pt x="7883" y="3075"/>
                    <a:pt x="7799" y="3075"/>
                  </a:cubicBezTo>
                  <a:cubicBezTo>
                    <a:pt x="7755" y="3075"/>
                    <a:pt x="7709" y="3087"/>
                    <a:pt x="7668" y="3112"/>
                  </a:cubicBezTo>
                  <a:lnTo>
                    <a:pt x="6832" y="3606"/>
                  </a:lnTo>
                  <a:lnTo>
                    <a:pt x="6160" y="2760"/>
                  </a:lnTo>
                  <a:cubicBezTo>
                    <a:pt x="6056" y="2629"/>
                    <a:pt x="5921" y="2543"/>
                    <a:pt x="5769" y="2502"/>
                  </a:cubicBezTo>
                  <a:lnTo>
                    <a:pt x="6168" y="1878"/>
                  </a:lnTo>
                  <a:cubicBezTo>
                    <a:pt x="6317" y="1642"/>
                    <a:pt x="6317" y="1340"/>
                    <a:pt x="6168" y="1104"/>
                  </a:cubicBezTo>
                  <a:lnTo>
                    <a:pt x="5674" y="331"/>
                  </a:lnTo>
                  <a:cubicBezTo>
                    <a:pt x="5541" y="122"/>
                    <a:pt x="5318" y="0"/>
                    <a:pt x="50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22;p47">
              <a:extLst>
                <a:ext uri="{FF2B5EF4-FFF2-40B4-BE49-F238E27FC236}">
                  <a16:creationId xmlns:a16="http://schemas.microsoft.com/office/drawing/2014/main" id="{7CFFA5B0-5C0F-ABEE-C589-805DB8D76B13}"/>
                </a:ext>
              </a:extLst>
            </p:cNvPr>
            <p:cNvSpPr/>
            <p:nvPr/>
          </p:nvSpPr>
          <p:spPr>
            <a:xfrm>
              <a:off x="2698575" y="1516325"/>
              <a:ext cx="45425" cy="12725"/>
            </a:xfrm>
            <a:custGeom>
              <a:avLst/>
              <a:gdLst/>
              <a:ahLst/>
              <a:cxnLst/>
              <a:rect l="l" t="t" r="r" b="b"/>
              <a:pathLst>
                <a:path w="1817" h="509" extrusionOk="0">
                  <a:moveTo>
                    <a:pt x="256" y="1"/>
                  </a:moveTo>
                  <a:cubicBezTo>
                    <a:pt x="118" y="1"/>
                    <a:pt x="1" y="115"/>
                    <a:pt x="1" y="253"/>
                  </a:cubicBezTo>
                  <a:cubicBezTo>
                    <a:pt x="1" y="394"/>
                    <a:pt x="118" y="508"/>
                    <a:pt x="256" y="508"/>
                  </a:cubicBezTo>
                  <a:lnTo>
                    <a:pt x="1561" y="508"/>
                  </a:lnTo>
                  <a:cubicBezTo>
                    <a:pt x="1700" y="508"/>
                    <a:pt x="1816" y="394"/>
                    <a:pt x="1816" y="253"/>
                  </a:cubicBezTo>
                  <a:cubicBezTo>
                    <a:pt x="1816" y="115"/>
                    <a:pt x="1700" y="1"/>
                    <a:pt x="1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6"/>
          <p:cNvSpPr txBox="1">
            <a:spLocks noGrp="1"/>
          </p:cNvSpPr>
          <p:nvPr>
            <p:ph type="title"/>
          </p:nvPr>
        </p:nvSpPr>
        <p:spPr>
          <a:xfrm>
            <a:off x="79452" y="84625"/>
            <a:ext cx="8985095" cy="9730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Security Controls in Shared Source Code</a:t>
            </a:r>
            <a:endParaRPr dirty="0"/>
          </a:p>
        </p:txBody>
      </p:sp>
      <p:sp>
        <p:nvSpPr>
          <p:cNvPr id="1668" name="Google Shape;1668;p46"/>
          <p:cNvSpPr txBox="1">
            <a:spLocks noGrp="1"/>
          </p:cNvSpPr>
          <p:nvPr>
            <p:ph type="subTitle" idx="2"/>
          </p:nvPr>
        </p:nvSpPr>
        <p:spPr>
          <a:xfrm>
            <a:off x="750503" y="1400647"/>
            <a:ext cx="6512783" cy="30923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Training &amp; Oversight: </a:t>
            </a:r>
            <a:r>
              <a:rPr lang="en-US" dirty="0"/>
              <a:t>Educate Dev and Ops teams on secure usage and review implementations for compliance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Collaboration with Shared Services: </a:t>
            </a:r>
            <a:r>
              <a:rPr lang="en-US" dirty="0"/>
              <a:t>Build common platforms for authentication, authorization, and logging across Dev &amp; Ops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Pre‑approved Libraries &amp; Services: </a:t>
            </a:r>
            <a:r>
              <a:rPr lang="en-US" dirty="0"/>
              <a:t>Provide “blessed” modules (e.g., 2FA, </a:t>
            </a:r>
            <a:r>
              <a:rPr lang="en-US" dirty="0" err="1"/>
              <a:t>bcrypt</a:t>
            </a:r>
            <a:r>
              <a:rPr lang="en-US" dirty="0"/>
              <a:t>, logging) to reduce the need for repeated reviews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Secure OS &amp; Infrastructure Builds: </a:t>
            </a:r>
            <a:r>
              <a:rPr lang="en-US" dirty="0"/>
              <a:t>Maintain hardened base images (e.g., NGINX, Apache, Tomcat) with secure configuration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Secrets Management: </a:t>
            </a:r>
            <a:r>
              <a:rPr lang="en-US" dirty="0"/>
              <a:t>Use tools like Vault, </a:t>
            </a:r>
            <a:r>
              <a:rPr lang="en-US" dirty="0" err="1"/>
              <a:t>Keywhiz</a:t>
            </a:r>
            <a:r>
              <a:rPr lang="en-US" dirty="0"/>
              <a:t>, or </a:t>
            </a:r>
            <a:r>
              <a:rPr lang="en-US" dirty="0" err="1"/>
              <a:t>Credstash</a:t>
            </a:r>
            <a:r>
              <a:rPr lang="en-US" dirty="0"/>
              <a:t> for secure handling of keys and credentials.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1671" name="Google Shape;1671;p46"/>
          <p:cNvGrpSpPr/>
          <p:nvPr/>
        </p:nvGrpSpPr>
        <p:grpSpPr>
          <a:xfrm>
            <a:off x="5369951" y="623497"/>
            <a:ext cx="281825" cy="434175"/>
            <a:chOff x="1231075" y="1237525"/>
            <a:chExt cx="281825" cy="434175"/>
          </a:xfrm>
        </p:grpSpPr>
        <p:sp>
          <p:nvSpPr>
            <p:cNvPr id="1672" name="Google Shape;1672;p46"/>
            <p:cNvSpPr/>
            <p:nvPr/>
          </p:nvSpPr>
          <p:spPr>
            <a:xfrm>
              <a:off x="1231150" y="1237525"/>
              <a:ext cx="56125" cy="56125"/>
            </a:xfrm>
            <a:custGeom>
              <a:avLst/>
              <a:gdLst/>
              <a:ahLst/>
              <a:cxnLst/>
              <a:rect l="l" t="t" r="r" b="b"/>
              <a:pathLst>
                <a:path w="2245" h="2245" extrusionOk="0">
                  <a:moveTo>
                    <a:pt x="253" y="1"/>
                  </a:moveTo>
                  <a:cubicBezTo>
                    <a:pt x="115" y="1"/>
                    <a:pt x="1" y="115"/>
                    <a:pt x="1" y="253"/>
                  </a:cubicBezTo>
                  <a:lnTo>
                    <a:pt x="1" y="1989"/>
                  </a:lnTo>
                  <a:cubicBezTo>
                    <a:pt x="1" y="2133"/>
                    <a:pt x="112" y="2245"/>
                    <a:pt x="253" y="2245"/>
                  </a:cubicBezTo>
                  <a:cubicBezTo>
                    <a:pt x="394" y="2245"/>
                    <a:pt x="508" y="2131"/>
                    <a:pt x="508" y="1989"/>
                  </a:cubicBezTo>
                  <a:lnTo>
                    <a:pt x="508" y="508"/>
                  </a:lnTo>
                  <a:lnTo>
                    <a:pt x="1990" y="508"/>
                  </a:lnTo>
                  <a:cubicBezTo>
                    <a:pt x="2131" y="508"/>
                    <a:pt x="2245" y="394"/>
                    <a:pt x="2245" y="253"/>
                  </a:cubicBezTo>
                  <a:cubicBezTo>
                    <a:pt x="2245" y="115"/>
                    <a:pt x="2131" y="1"/>
                    <a:pt x="19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6"/>
            <p:cNvSpPr/>
            <p:nvPr/>
          </p:nvSpPr>
          <p:spPr>
            <a:xfrm>
              <a:off x="1456775" y="1237525"/>
              <a:ext cx="56125" cy="56125"/>
            </a:xfrm>
            <a:custGeom>
              <a:avLst/>
              <a:gdLst/>
              <a:ahLst/>
              <a:cxnLst/>
              <a:rect l="l" t="t" r="r" b="b"/>
              <a:pathLst>
                <a:path w="2245" h="2245" extrusionOk="0">
                  <a:moveTo>
                    <a:pt x="256" y="1"/>
                  </a:moveTo>
                  <a:cubicBezTo>
                    <a:pt x="115" y="1"/>
                    <a:pt x="1" y="115"/>
                    <a:pt x="1" y="253"/>
                  </a:cubicBezTo>
                  <a:cubicBezTo>
                    <a:pt x="1" y="394"/>
                    <a:pt x="115" y="508"/>
                    <a:pt x="256" y="508"/>
                  </a:cubicBezTo>
                  <a:lnTo>
                    <a:pt x="1737" y="508"/>
                  </a:lnTo>
                  <a:lnTo>
                    <a:pt x="1737" y="1989"/>
                  </a:lnTo>
                  <a:cubicBezTo>
                    <a:pt x="1737" y="2131"/>
                    <a:pt x="1851" y="2245"/>
                    <a:pt x="1992" y="2245"/>
                  </a:cubicBezTo>
                  <a:cubicBezTo>
                    <a:pt x="2131" y="2245"/>
                    <a:pt x="2245" y="2131"/>
                    <a:pt x="2245" y="1989"/>
                  </a:cubicBezTo>
                  <a:lnTo>
                    <a:pt x="2245" y="253"/>
                  </a:lnTo>
                  <a:cubicBezTo>
                    <a:pt x="2245" y="115"/>
                    <a:pt x="2131" y="1"/>
                    <a:pt x="19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6"/>
            <p:cNvSpPr/>
            <p:nvPr/>
          </p:nvSpPr>
          <p:spPr>
            <a:xfrm>
              <a:off x="1231075" y="1615500"/>
              <a:ext cx="56200" cy="56200"/>
            </a:xfrm>
            <a:custGeom>
              <a:avLst/>
              <a:gdLst/>
              <a:ahLst/>
              <a:cxnLst/>
              <a:rect l="l" t="t" r="r" b="b"/>
              <a:pathLst>
                <a:path w="2248" h="2248" extrusionOk="0">
                  <a:moveTo>
                    <a:pt x="256" y="1"/>
                  </a:moveTo>
                  <a:cubicBezTo>
                    <a:pt x="118" y="1"/>
                    <a:pt x="1" y="117"/>
                    <a:pt x="1" y="256"/>
                  </a:cubicBezTo>
                  <a:lnTo>
                    <a:pt x="1" y="1992"/>
                  </a:lnTo>
                  <a:cubicBezTo>
                    <a:pt x="1" y="2131"/>
                    <a:pt x="118" y="2248"/>
                    <a:pt x="256" y="2248"/>
                  </a:cubicBezTo>
                  <a:lnTo>
                    <a:pt x="1993" y="2248"/>
                  </a:lnTo>
                  <a:cubicBezTo>
                    <a:pt x="2134" y="2248"/>
                    <a:pt x="2248" y="2131"/>
                    <a:pt x="2248" y="1992"/>
                  </a:cubicBezTo>
                  <a:cubicBezTo>
                    <a:pt x="2248" y="1854"/>
                    <a:pt x="2134" y="1737"/>
                    <a:pt x="1993" y="1737"/>
                  </a:cubicBezTo>
                  <a:lnTo>
                    <a:pt x="511" y="1737"/>
                  </a:lnTo>
                  <a:lnTo>
                    <a:pt x="511" y="256"/>
                  </a:lnTo>
                  <a:cubicBezTo>
                    <a:pt x="511" y="117"/>
                    <a:pt x="394" y="1"/>
                    <a:pt x="2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6"/>
            <p:cNvSpPr/>
            <p:nvPr/>
          </p:nvSpPr>
          <p:spPr>
            <a:xfrm>
              <a:off x="1456775" y="1615500"/>
              <a:ext cx="56125" cy="56200"/>
            </a:xfrm>
            <a:custGeom>
              <a:avLst/>
              <a:gdLst/>
              <a:ahLst/>
              <a:cxnLst/>
              <a:rect l="l" t="t" r="r" b="b"/>
              <a:pathLst>
                <a:path w="2245" h="2248" extrusionOk="0">
                  <a:moveTo>
                    <a:pt x="1992" y="1"/>
                  </a:moveTo>
                  <a:cubicBezTo>
                    <a:pt x="1851" y="1"/>
                    <a:pt x="1737" y="117"/>
                    <a:pt x="1737" y="256"/>
                  </a:cubicBezTo>
                  <a:lnTo>
                    <a:pt x="1737" y="1737"/>
                  </a:lnTo>
                  <a:lnTo>
                    <a:pt x="256" y="1737"/>
                  </a:lnTo>
                  <a:cubicBezTo>
                    <a:pt x="115" y="1737"/>
                    <a:pt x="1" y="1854"/>
                    <a:pt x="1" y="1992"/>
                  </a:cubicBezTo>
                  <a:cubicBezTo>
                    <a:pt x="1" y="2131"/>
                    <a:pt x="115" y="2248"/>
                    <a:pt x="256" y="2248"/>
                  </a:cubicBezTo>
                  <a:lnTo>
                    <a:pt x="1992" y="2248"/>
                  </a:lnTo>
                  <a:cubicBezTo>
                    <a:pt x="2131" y="2248"/>
                    <a:pt x="2245" y="2131"/>
                    <a:pt x="2245" y="1992"/>
                  </a:cubicBezTo>
                  <a:lnTo>
                    <a:pt x="2245" y="256"/>
                  </a:lnTo>
                  <a:cubicBezTo>
                    <a:pt x="2245" y="112"/>
                    <a:pt x="2131" y="1"/>
                    <a:pt x="19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6"/>
            <p:cNvSpPr/>
            <p:nvPr/>
          </p:nvSpPr>
          <p:spPr>
            <a:xfrm>
              <a:off x="1345875" y="1464175"/>
              <a:ext cx="52250" cy="90700"/>
            </a:xfrm>
            <a:custGeom>
              <a:avLst/>
              <a:gdLst/>
              <a:ahLst/>
              <a:cxnLst/>
              <a:rect l="l" t="t" r="r" b="b"/>
              <a:pathLst>
                <a:path w="2090" h="3628" extrusionOk="0">
                  <a:moveTo>
                    <a:pt x="1045" y="0"/>
                  </a:moveTo>
                  <a:cubicBezTo>
                    <a:pt x="904" y="0"/>
                    <a:pt x="790" y="114"/>
                    <a:pt x="790" y="255"/>
                  </a:cubicBezTo>
                  <a:lnTo>
                    <a:pt x="790" y="1693"/>
                  </a:lnTo>
                  <a:lnTo>
                    <a:pt x="790" y="2163"/>
                  </a:lnTo>
                  <a:lnTo>
                    <a:pt x="508" y="2038"/>
                  </a:lnTo>
                  <a:lnTo>
                    <a:pt x="508" y="1324"/>
                  </a:lnTo>
                  <a:cubicBezTo>
                    <a:pt x="508" y="1186"/>
                    <a:pt x="394" y="1072"/>
                    <a:pt x="255" y="1072"/>
                  </a:cubicBezTo>
                  <a:cubicBezTo>
                    <a:pt x="114" y="1072"/>
                    <a:pt x="0" y="1186"/>
                    <a:pt x="0" y="1327"/>
                  </a:cubicBezTo>
                  <a:lnTo>
                    <a:pt x="0" y="2201"/>
                  </a:lnTo>
                  <a:cubicBezTo>
                    <a:pt x="0" y="2304"/>
                    <a:pt x="57" y="2391"/>
                    <a:pt x="149" y="2431"/>
                  </a:cubicBezTo>
                  <a:lnTo>
                    <a:pt x="790" y="2716"/>
                  </a:lnTo>
                  <a:lnTo>
                    <a:pt x="790" y="3376"/>
                  </a:lnTo>
                  <a:cubicBezTo>
                    <a:pt x="790" y="3514"/>
                    <a:pt x="904" y="3628"/>
                    <a:pt x="1045" y="3628"/>
                  </a:cubicBezTo>
                  <a:cubicBezTo>
                    <a:pt x="1183" y="3628"/>
                    <a:pt x="1300" y="3514"/>
                    <a:pt x="1300" y="3376"/>
                  </a:cubicBezTo>
                  <a:lnTo>
                    <a:pt x="1300" y="2562"/>
                  </a:lnTo>
                  <a:lnTo>
                    <a:pt x="1300" y="1851"/>
                  </a:lnTo>
                  <a:lnTo>
                    <a:pt x="1940" y="1566"/>
                  </a:lnTo>
                  <a:cubicBezTo>
                    <a:pt x="2032" y="1525"/>
                    <a:pt x="2089" y="1436"/>
                    <a:pt x="2089" y="1335"/>
                  </a:cubicBezTo>
                  <a:lnTo>
                    <a:pt x="2089" y="459"/>
                  </a:lnTo>
                  <a:cubicBezTo>
                    <a:pt x="2089" y="318"/>
                    <a:pt x="1973" y="204"/>
                    <a:pt x="1834" y="204"/>
                  </a:cubicBezTo>
                  <a:cubicBezTo>
                    <a:pt x="1696" y="204"/>
                    <a:pt x="1579" y="318"/>
                    <a:pt x="1579" y="459"/>
                  </a:cubicBezTo>
                  <a:lnTo>
                    <a:pt x="1579" y="1170"/>
                  </a:lnTo>
                  <a:lnTo>
                    <a:pt x="1300" y="1294"/>
                  </a:lnTo>
                  <a:lnTo>
                    <a:pt x="1300" y="255"/>
                  </a:lnTo>
                  <a:cubicBezTo>
                    <a:pt x="1300" y="114"/>
                    <a:pt x="1183" y="0"/>
                    <a:pt x="10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6"/>
            <p:cNvSpPr/>
            <p:nvPr/>
          </p:nvSpPr>
          <p:spPr>
            <a:xfrm>
              <a:off x="1338000" y="1599300"/>
              <a:ext cx="68000" cy="12775"/>
            </a:xfrm>
            <a:custGeom>
              <a:avLst/>
              <a:gdLst/>
              <a:ahLst/>
              <a:cxnLst/>
              <a:rect l="l" t="t" r="r" b="b"/>
              <a:pathLst>
                <a:path w="2720" h="511" extrusionOk="0">
                  <a:moveTo>
                    <a:pt x="253" y="0"/>
                  </a:moveTo>
                  <a:cubicBezTo>
                    <a:pt x="114" y="0"/>
                    <a:pt x="0" y="114"/>
                    <a:pt x="0" y="255"/>
                  </a:cubicBezTo>
                  <a:cubicBezTo>
                    <a:pt x="0" y="394"/>
                    <a:pt x="114" y="510"/>
                    <a:pt x="253" y="510"/>
                  </a:cubicBezTo>
                  <a:lnTo>
                    <a:pt x="2464" y="510"/>
                  </a:lnTo>
                  <a:cubicBezTo>
                    <a:pt x="2605" y="510"/>
                    <a:pt x="2719" y="394"/>
                    <a:pt x="2719" y="255"/>
                  </a:cubicBezTo>
                  <a:cubicBezTo>
                    <a:pt x="2719" y="117"/>
                    <a:pt x="2605" y="0"/>
                    <a:pt x="24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6"/>
            <p:cNvSpPr/>
            <p:nvPr/>
          </p:nvSpPr>
          <p:spPr>
            <a:xfrm>
              <a:off x="1237125" y="1255025"/>
              <a:ext cx="269675" cy="399175"/>
            </a:xfrm>
            <a:custGeom>
              <a:avLst/>
              <a:gdLst/>
              <a:ahLst/>
              <a:cxnLst/>
              <a:rect l="l" t="t" r="r" b="b"/>
              <a:pathLst>
                <a:path w="10787" h="15967" extrusionOk="0">
                  <a:moveTo>
                    <a:pt x="4649" y="1884"/>
                  </a:moveTo>
                  <a:lnTo>
                    <a:pt x="4649" y="3417"/>
                  </a:lnTo>
                  <a:lnTo>
                    <a:pt x="4179" y="3417"/>
                  </a:lnTo>
                  <a:lnTo>
                    <a:pt x="4179" y="1884"/>
                  </a:lnTo>
                  <a:close/>
                  <a:moveTo>
                    <a:pt x="6608" y="1884"/>
                  </a:moveTo>
                  <a:lnTo>
                    <a:pt x="6608" y="3417"/>
                  </a:lnTo>
                  <a:lnTo>
                    <a:pt x="6141" y="3417"/>
                  </a:lnTo>
                  <a:lnTo>
                    <a:pt x="6141" y="1884"/>
                  </a:lnTo>
                  <a:close/>
                  <a:moveTo>
                    <a:pt x="8556" y="3930"/>
                  </a:moveTo>
                  <a:cubicBezTo>
                    <a:pt x="8594" y="3930"/>
                    <a:pt x="8621" y="3960"/>
                    <a:pt x="8621" y="3995"/>
                  </a:cubicBezTo>
                  <a:lnTo>
                    <a:pt x="8621" y="7172"/>
                  </a:lnTo>
                  <a:lnTo>
                    <a:pt x="2169" y="7172"/>
                  </a:lnTo>
                  <a:lnTo>
                    <a:pt x="2169" y="3995"/>
                  </a:lnTo>
                  <a:cubicBezTo>
                    <a:pt x="2169" y="3957"/>
                    <a:pt x="2198" y="3930"/>
                    <a:pt x="2234" y="3930"/>
                  </a:cubicBezTo>
                  <a:close/>
                  <a:moveTo>
                    <a:pt x="3067" y="1"/>
                  </a:moveTo>
                  <a:cubicBezTo>
                    <a:pt x="2763" y="1"/>
                    <a:pt x="2516" y="250"/>
                    <a:pt x="2516" y="554"/>
                  </a:cubicBezTo>
                  <a:lnTo>
                    <a:pt x="2516" y="3420"/>
                  </a:lnTo>
                  <a:lnTo>
                    <a:pt x="2234" y="3420"/>
                  </a:lnTo>
                  <a:cubicBezTo>
                    <a:pt x="1919" y="3420"/>
                    <a:pt x="1661" y="3677"/>
                    <a:pt x="1661" y="3995"/>
                  </a:cubicBezTo>
                  <a:lnTo>
                    <a:pt x="1661" y="7172"/>
                  </a:lnTo>
                  <a:lnTo>
                    <a:pt x="256" y="7172"/>
                  </a:lnTo>
                  <a:cubicBezTo>
                    <a:pt x="117" y="7172"/>
                    <a:pt x="0" y="7286"/>
                    <a:pt x="0" y="7425"/>
                  </a:cubicBezTo>
                  <a:cubicBezTo>
                    <a:pt x="0" y="7566"/>
                    <a:pt x="117" y="7680"/>
                    <a:pt x="256" y="7680"/>
                  </a:cubicBezTo>
                  <a:lnTo>
                    <a:pt x="1661" y="7680"/>
                  </a:lnTo>
                  <a:lnTo>
                    <a:pt x="1661" y="13239"/>
                  </a:lnTo>
                  <a:cubicBezTo>
                    <a:pt x="1661" y="13353"/>
                    <a:pt x="1694" y="13470"/>
                    <a:pt x="1762" y="13565"/>
                  </a:cubicBezTo>
                  <a:lnTo>
                    <a:pt x="3248" y="15720"/>
                  </a:lnTo>
                  <a:cubicBezTo>
                    <a:pt x="3357" y="15874"/>
                    <a:pt x="3533" y="15966"/>
                    <a:pt x="3718" y="15966"/>
                  </a:cubicBezTo>
                  <a:lnTo>
                    <a:pt x="7074" y="15966"/>
                  </a:lnTo>
                  <a:cubicBezTo>
                    <a:pt x="7264" y="15966"/>
                    <a:pt x="7438" y="15874"/>
                    <a:pt x="7544" y="15720"/>
                  </a:cubicBezTo>
                  <a:lnTo>
                    <a:pt x="8016" y="15038"/>
                  </a:lnTo>
                  <a:cubicBezTo>
                    <a:pt x="8097" y="14922"/>
                    <a:pt x="8068" y="14762"/>
                    <a:pt x="7951" y="14686"/>
                  </a:cubicBezTo>
                  <a:cubicBezTo>
                    <a:pt x="7907" y="14654"/>
                    <a:pt x="7857" y="14640"/>
                    <a:pt x="7806" y="14640"/>
                  </a:cubicBezTo>
                  <a:cubicBezTo>
                    <a:pt x="7726" y="14640"/>
                    <a:pt x="7647" y="14678"/>
                    <a:pt x="7598" y="14748"/>
                  </a:cubicBezTo>
                  <a:lnTo>
                    <a:pt x="7129" y="15432"/>
                  </a:lnTo>
                  <a:cubicBezTo>
                    <a:pt x="7115" y="15448"/>
                    <a:pt x="7096" y="15456"/>
                    <a:pt x="7074" y="15456"/>
                  </a:cubicBezTo>
                  <a:lnTo>
                    <a:pt x="3718" y="15456"/>
                  </a:lnTo>
                  <a:cubicBezTo>
                    <a:pt x="3699" y="15456"/>
                    <a:pt x="3677" y="15448"/>
                    <a:pt x="3664" y="15432"/>
                  </a:cubicBezTo>
                  <a:lnTo>
                    <a:pt x="2179" y="13277"/>
                  </a:lnTo>
                  <a:cubicBezTo>
                    <a:pt x="2171" y="13267"/>
                    <a:pt x="2169" y="13253"/>
                    <a:pt x="2169" y="13239"/>
                  </a:cubicBezTo>
                  <a:lnTo>
                    <a:pt x="2169" y="7680"/>
                  </a:lnTo>
                  <a:lnTo>
                    <a:pt x="8624" y="7680"/>
                  </a:lnTo>
                  <a:lnTo>
                    <a:pt x="8624" y="13239"/>
                  </a:lnTo>
                  <a:cubicBezTo>
                    <a:pt x="8624" y="13253"/>
                    <a:pt x="8621" y="13267"/>
                    <a:pt x="8613" y="13277"/>
                  </a:cubicBezTo>
                  <a:lnTo>
                    <a:pt x="8173" y="13912"/>
                  </a:lnTo>
                  <a:cubicBezTo>
                    <a:pt x="8092" y="14026"/>
                    <a:pt x="8122" y="14186"/>
                    <a:pt x="8236" y="14265"/>
                  </a:cubicBezTo>
                  <a:cubicBezTo>
                    <a:pt x="8280" y="14296"/>
                    <a:pt x="8330" y="14310"/>
                    <a:pt x="8380" y="14310"/>
                  </a:cubicBezTo>
                  <a:cubicBezTo>
                    <a:pt x="8461" y="14310"/>
                    <a:pt x="8541" y="14271"/>
                    <a:pt x="8589" y="14200"/>
                  </a:cubicBezTo>
                  <a:lnTo>
                    <a:pt x="9028" y="13565"/>
                  </a:lnTo>
                  <a:cubicBezTo>
                    <a:pt x="9096" y="13467"/>
                    <a:pt x="9129" y="13356"/>
                    <a:pt x="9129" y="13239"/>
                  </a:cubicBezTo>
                  <a:lnTo>
                    <a:pt x="9129" y="7680"/>
                  </a:lnTo>
                  <a:lnTo>
                    <a:pt x="10534" y="7680"/>
                  </a:lnTo>
                  <a:cubicBezTo>
                    <a:pt x="10672" y="7680"/>
                    <a:pt x="10786" y="7566"/>
                    <a:pt x="10786" y="7425"/>
                  </a:cubicBezTo>
                  <a:cubicBezTo>
                    <a:pt x="10786" y="7286"/>
                    <a:pt x="10672" y="7172"/>
                    <a:pt x="10534" y="7172"/>
                  </a:cubicBezTo>
                  <a:lnTo>
                    <a:pt x="9129" y="7172"/>
                  </a:lnTo>
                  <a:lnTo>
                    <a:pt x="9129" y="3995"/>
                  </a:lnTo>
                  <a:cubicBezTo>
                    <a:pt x="9129" y="3677"/>
                    <a:pt x="8871" y="3420"/>
                    <a:pt x="8556" y="3420"/>
                  </a:cubicBezTo>
                  <a:lnTo>
                    <a:pt x="8274" y="3420"/>
                  </a:lnTo>
                  <a:lnTo>
                    <a:pt x="8274" y="554"/>
                  </a:lnTo>
                  <a:cubicBezTo>
                    <a:pt x="8274" y="250"/>
                    <a:pt x="8027" y="1"/>
                    <a:pt x="7720" y="1"/>
                  </a:cubicBezTo>
                  <a:lnTo>
                    <a:pt x="5506" y="1"/>
                  </a:lnTo>
                  <a:cubicBezTo>
                    <a:pt x="5368" y="1"/>
                    <a:pt x="5251" y="117"/>
                    <a:pt x="5251" y="256"/>
                  </a:cubicBezTo>
                  <a:cubicBezTo>
                    <a:pt x="5251" y="394"/>
                    <a:pt x="5368" y="511"/>
                    <a:pt x="5506" y="511"/>
                  </a:cubicBezTo>
                  <a:lnTo>
                    <a:pt x="7720" y="511"/>
                  </a:lnTo>
                  <a:cubicBezTo>
                    <a:pt x="7745" y="511"/>
                    <a:pt x="7764" y="530"/>
                    <a:pt x="7764" y="554"/>
                  </a:cubicBezTo>
                  <a:lnTo>
                    <a:pt x="7764" y="3420"/>
                  </a:lnTo>
                  <a:lnTo>
                    <a:pt x="7118" y="3420"/>
                  </a:lnTo>
                  <a:lnTo>
                    <a:pt x="7118" y="1802"/>
                  </a:lnTo>
                  <a:cubicBezTo>
                    <a:pt x="7118" y="1569"/>
                    <a:pt x="6928" y="1379"/>
                    <a:pt x="6692" y="1379"/>
                  </a:cubicBezTo>
                  <a:lnTo>
                    <a:pt x="6057" y="1379"/>
                  </a:lnTo>
                  <a:cubicBezTo>
                    <a:pt x="5821" y="1379"/>
                    <a:pt x="5631" y="1569"/>
                    <a:pt x="5631" y="1802"/>
                  </a:cubicBezTo>
                  <a:lnTo>
                    <a:pt x="5631" y="3420"/>
                  </a:lnTo>
                  <a:lnTo>
                    <a:pt x="5156" y="3420"/>
                  </a:lnTo>
                  <a:lnTo>
                    <a:pt x="5156" y="1802"/>
                  </a:lnTo>
                  <a:cubicBezTo>
                    <a:pt x="5156" y="1569"/>
                    <a:pt x="4966" y="1379"/>
                    <a:pt x="4733" y="1379"/>
                  </a:cubicBezTo>
                  <a:lnTo>
                    <a:pt x="4095" y="1379"/>
                  </a:lnTo>
                  <a:cubicBezTo>
                    <a:pt x="3862" y="1379"/>
                    <a:pt x="3672" y="1569"/>
                    <a:pt x="3672" y="1802"/>
                  </a:cubicBezTo>
                  <a:lnTo>
                    <a:pt x="3672" y="3420"/>
                  </a:lnTo>
                  <a:lnTo>
                    <a:pt x="3023" y="3420"/>
                  </a:lnTo>
                  <a:lnTo>
                    <a:pt x="3023" y="554"/>
                  </a:lnTo>
                  <a:cubicBezTo>
                    <a:pt x="3023" y="530"/>
                    <a:pt x="3045" y="511"/>
                    <a:pt x="3067" y="511"/>
                  </a:cubicBezTo>
                  <a:lnTo>
                    <a:pt x="4489" y="511"/>
                  </a:lnTo>
                  <a:cubicBezTo>
                    <a:pt x="4627" y="511"/>
                    <a:pt x="4744" y="394"/>
                    <a:pt x="4744" y="256"/>
                  </a:cubicBezTo>
                  <a:cubicBezTo>
                    <a:pt x="4744" y="117"/>
                    <a:pt x="4627" y="1"/>
                    <a:pt x="4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6"/>
            <p:cNvSpPr/>
            <p:nvPr/>
          </p:nvSpPr>
          <p:spPr>
            <a:xfrm>
              <a:off x="1317650" y="1365400"/>
              <a:ext cx="108700" cy="38350"/>
            </a:xfrm>
            <a:custGeom>
              <a:avLst/>
              <a:gdLst/>
              <a:ahLst/>
              <a:cxnLst/>
              <a:rect l="l" t="t" r="r" b="b"/>
              <a:pathLst>
                <a:path w="4348" h="1534" extrusionOk="0">
                  <a:moveTo>
                    <a:pt x="3840" y="508"/>
                  </a:moveTo>
                  <a:lnTo>
                    <a:pt x="3840" y="1021"/>
                  </a:lnTo>
                  <a:lnTo>
                    <a:pt x="508" y="1021"/>
                  </a:lnTo>
                  <a:lnTo>
                    <a:pt x="508" y="508"/>
                  </a:lnTo>
                  <a:close/>
                  <a:moveTo>
                    <a:pt x="467" y="0"/>
                  </a:moveTo>
                  <a:cubicBezTo>
                    <a:pt x="209" y="0"/>
                    <a:pt x="0" y="209"/>
                    <a:pt x="0" y="467"/>
                  </a:cubicBezTo>
                  <a:lnTo>
                    <a:pt x="0" y="1064"/>
                  </a:lnTo>
                  <a:cubicBezTo>
                    <a:pt x="0" y="1322"/>
                    <a:pt x="209" y="1533"/>
                    <a:pt x="467" y="1533"/>
                  </a:cubicBezTo>
                  <a:lnTo>
                    <a:pt x="3881" y="1533"/>
                  </a:lnTo>
                  <a:cubicBezTo>
                    <a:pt x="4138" y="1533"/>
                    <a:pt x="4347" y="1322"/>
                    <a:pt x="4347" y="1064"/>
                  </a:cubicBezTo>
                  <a:lnTo>
                    <a:pt x="4347" y="467"/>
                  </a:lnTo>
                  <a:cubicBezTo>
                    <a:pt x="4347" y="209"/>
                    <a:pt x="4138" y="0"/>
                    <a:pt x="38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4" name="Google Shape;1684;p46"/>
          <p:cNvGrpSpPr/>
          <p:nvPr/>
        </p:nvGrpSpPr>
        <p:grpSpPr>
          <a:xfrm>
            <a:off x="6185790" y="1668222"/>
            <a:ext cx="4300987" cy="4429218"/>
            <a:chOff x="6185790" y="1668222"/>
            <a:chExt cx="4300987" cy="4429218"/>
          </a:xfrm>
        </p:grpSpPr>
        <p:sp>
          <p:nvSpPr>
            <p:cNvPr id="1685" name="Google Shape;1685;p46"/>
            <p:cNvSpPr/>
            <p:nvPr/>
          </p:nvSpPr>
          <p:spPr>
            <a:xfrm>
              <a:off x="7535578" y="2217813"/>
              <a:ext cx="1690523" cy="1117947"/>
            </a:xfrm>
            <a:custGeom>
              <a:avLst/>
              <a:gdLst/>
              <a:ahLst/>
              <a:cxnLst/>
              <a:rect l="l" t="t" r="r" b="b"/>
              <a:pathLst>
                <a:path w="25728" h="17014" extrusionOk="0">
                  <a:moveTo>
                    <a:pt x="0" y="1"/>
                  </a:moveTo>
                  <a:lnTo>
                    <a:pt x="4876" y="4883"/>
                  </a:lnTo>
                  <a:lnTo>
                    <a:pt x="4876" y="6116"/>
                  </a:lnTo>
                  <a:lnTo>
                    <a:pt x="9465" y="10704"/>
                  </a:lnTo>
                  <a:lnTo>
                    <a:pt x="11829" y="10704"/>
                  </a:lnTo>
                  <a:lnTo>
                    <a:pt x="18145" y="17013"/>
                  </a:lnTo>
                  <a:lnTo>
                    <a:pt x="25727" y="17013"/>
                  </a:lnTo>
                  <a:lnTo>
                    <a:pt x="22934" y="14227"/>
                  </a:lnTo>
                  <a:lnTo>
                    <a:pt x="22934" y="12178"/>
                  </a:lnTo>
                  <a:lnTo>
                    <a:pt x="18534" y="7784"/>
                  </a:lnTo>
                  <a:lnTo>
                    <a:pt x="15077" y="7784"/>
                  </a:lnTo>
                  <a:lnTo>
                    <a:pt x="7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6"/>
            <p:cNvSpPr/>
            <p:nvPr/>
          </p:nvSpPr>
          <p:spPr>
            <a:xfrm rot="2700000">
              <a:off x="6733800" y="2508174"/>
              <a:ext cx="3204968" cy="2877546"/>
            </a:xfrm>
            <a:custGeom>
              <a:avLst/>
              <a:gdLst/>
              <a:ahLst/>
              <a:cxnLst/>
              <a:rect l="l" t="t" r="r" b="b"/>
              <a:pathLst>
                <a:path w="48776" h="43793" extrusionOk="0">
                  <a:moveTo>
                    <a:pt x="114" y="1"/>
                  </a:moveTo>
                  <a:lnTo>
                    <a:pt x="0" y="108"/>
                  </a:lnTo>
                  <a:lnTo>
                    <a:pt x="18360" y="18467"/>
                  </a:lnTo>
                  <a:lnTo>
                    <a:pt x="18360" y="19063"/>
                  </a:lnTo>
                  <a:lnTo>
                    <a:pt x="20978" y="21682"/>
                  </a:lnTo>
                  <a:lnTo>
                    <a:pt x="22331" y="21682"/>
                  </a:lnTo>
                  <a:lnTo>
                    <a:pt x="25935" y="25292"/>
                  </a:lnTo>
                  <a:lnTo>
                    <a:pt x="30161" y="25292"/>
                  </a:lnTo>
                  <a:lnTo>
                    <a:pt x="48661" y="43792"/>
                  </a:lnTo>
                  <a:lnTo>
                    <a:pt x="48775" y="43685"/>
                  </a:lnTo>
                  <a:lnTo>
                    <a:pt x="28674" y="23584"/>
                  </a:lnTo>
                  <a:lnTo>
                    <a:pt x="28674" y="22526"/>
                  </a:lnTo>
                  <a:lnTo>
                    <a:pt x="26163" y="20014"/>
                  </a:lnTo>
                  <a:lnTo>
                    <a:pt x="24187" y="20014"/>
                  </a:lnTo>
                  <a:lnTo>
                    <a:pt x="19746" y="15574"/>
                  </a:lnTo>
                  <a:lnTo>
                    <a:pt x="15687" y="15574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7" name="Google Shape;1687;p46"/>
            <p:cNvGrpSpPr/>
            <p:nvPr/>
          </p:nvGrpSpPr>
          <p:grpSpPr>
            <a:xfrm>
              <a:off x="6215078" y="1668222"/>
              <a:ext cx="2586474" cy="2667976"/>
              <a:chOff x="6215078" y="1668222"/>
              <a:chExt cx="2586474" cy="2667976"/>
            </a:xfrm>
          </p:grpSpPr>
          <p:sp>
            <p:nvSpPr>
              <p:cNvPr id="1688" name="Google Shape;1688;p46"/>
              <p:cNvSpPr/>
              <p:nvPr/>
            </p:nvSpPr>
            <p:spPr>
              <a:xfrm rot="2700000">
                <a:off x="7872124" y="3205856"/>
                <a:ext cx="299365" cy="299759"/>
              </a:xfrm>
              <a:custGeom>
                <a:avLst/>
                <a:gdLst/>
                <a:ahLst/>
                <a:cxnLst/>
                <a:rect l="l" t="t" r="r" b="b"/>
                <a:pathLst>
                  <a:path w="4556" h="4562" extrusionOk="0">
                    <a:moveTo>
                      <a:pt x="1" y="0"/>
                    </a:moveTo>
                    <a:lnTo>
                      <a:pt x="1" y="1300"/>
                    </a:lnTo>
                    <a:lnTo>
                      <a:pt x="1628" y="2928"/>
                    </a:lnTo>
                    <a:lnTo>
                      <a:pt x="3256" y="4562"/>
                    </a:lnTo>
                    <a:lnTo>
                      <a:pt x="4555" y="4562"/>
                    </a:lnTo>
                    <a:lnTo>
                      <a:pt x="2278" y="228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6"/>
              <p:cNvSpPr/>
              <p:nvPr/>
            </p:nvSpPr>
            <p:spPr>
              <a:xfrm rot="2700000">
                <a:off x="7174531" y="4247443"/>
                <a:ext cx="73527" cy="73527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9" extrusionOk="0">
                    <a:moveTo>
                      <a:pt x="556" y="295"/>
                    </a:moveTo>
                    <a:cubicBezTo>
                      <a:pt x="703" y="295"/>
                      <a:pt x="824" y="415"/>
                      <a:pt x="824" y="563"/>
                    </a:cubicBezTo>
                    <a:cubicBezTo>
                      <a:pt x="824" y="710"/>
                      <a:pt x="703" y="824"/>
                      <a:pt x="556" y="824"/>
                    </a:cubicBezTo>
                    <a:cubicBezTo>
                      <a:pt x="415" y="824"/>
                      <a:pt x="295" y="710"/>
                      <a:pt x="295" y="563"/>
                    </a:cubicBezTo>
                    <a:cubicBezTo>
                      <a:pt x="295" y="415"/>
                      <a:pt x="415" y="295"/>
                      <a:pt x="556" y="295"/>
                    </a:cubicBezTo>
                    <a:close/>
                    <a:moveTo>
                      <a:pt x="556" y="0"/>
                    </a:moveTo>
                    <a:cubicBezTo>
                      <a:pt x="248" y="0"/>
                      <a:pt x="0" y="255"/>
                      <a:pt x="0" y="563"/>
                    </a:cubicBezTo>
                    <a:cubicBezTo>
                      <a:pt x="0" y="871"/>
                      <a:pt x="248" y="1119"/>
                      <a:pt x="556" y="1119"/>
                    </a:cubicBezTo>
                    <a:cubicBezTo>
                      <a:pt x="871" y="1119"/>
                      <a:pt x="1119" y="871"/>
                      <a:pt x="1119" y="563"/>
                    </a:cubicBezTo>
                    <a:cubicBezTo>
                      <a:pt x="1119" y="255"/>
                      <a:pt x="864" y="0"/>
                      <a:pt x="5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6"/>
              <p:cNvSpPr/>
              <p:nvPr/>
            </p:nvSpPr>
            <p:spPr>
              <a:xfrm rot="2700000">
                <a:off x="7698860" y="1683464"/>
                <a:ext cx="73593" cy="73593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120" extrusionOk="0">
                    <a:moveTo>
                      <a:pt x="557" y="295"/>
                    </a:moveTo>
                    <a:cubicBezTo>
                      <a:pt x="704" y="295"/>
                      <a:pt x="825" y="409"/>
                      <a:pt x="825" y="557"/>
                    </a:cubicBezTo>
                    <a:cubicBezTo>
                      <a:pt x="825" y="704"/>
                      <a:pt x="704" y="824"/>
                      <a:pt x="557" y="824"/>
                    </a:cubicBezTo>
                    <a:cubicBezTo>
                      <a:pt x="416" y="824"/>
                      <a:pt x="295" y="704"/>
                      <a:pt x="295" y="557"/>
                    </a:cubicBezTo>
                    <a:cubicBezTo>
                      <a:pt x="295" y="409"/>
                      <a:pt x="416" y="295"/>
                      <a:pt x="557" y="295"/>
                    </a:cubicBezTo>
                    <a:close/>
                    <a:moveTo>
                      <a:pt x="557" y="1"/>
                    </a:moveTo>
                    <a:cubicBezTo>
                      <a:pt x="249" y="1"/>
                      <a:pt x="1" y="248"/>
                      <a:pt x="1" y="557"/>
                    </a:cubicBezTo>
                    <a:cubicBezTo>
                      <a:pt x="1" y="871"/>
                      <a:pt x="249" y="1119"/>
                      <a:pt x="557" y="1119"/>
                    </a:cubicBezTo>
                    <a:cubicBezTo>
                      <a:pt x="865" y="1119"/>
                      <a:pt x="1119" y="865"/>
                      <a:pt x="1119" y="557"/>
                    </a:cubicBezTo>
                    <a:cubicBezTo>
                      <a:pt x="1119" y="248"/>
                      <a:pt x="865" y="1"/>
                      <a:pt x="5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6"/>
              <p:cNvSpPr/>
              <p:nvPr/>
            </p:nvSpPr>
            <p:spPr>
              <a:xfrm rot="2700000">
                <a:off x="6755927" y="1954068"/>
                <a:ext cx="1504777" cy="2153051"/>
              </a:xfrm>
              <a:custGeom>
                <a:avLst/>
                <a:gdLst/>
                <a:ahLst/>
                <a:cxnLst/>
                <a:rect l="l" t="t" r="r" b="b"/>
                <a:pathLst>
                  <a:path w="22901" h="32767" extrusionOk="0">
                    <a:moveTo>
                      <a:pt x="208" y="0"/>
                    </a:moveTo>
                    <a:lnTo>
                      <a:pt x="0" y="208"/>
                    </a:lnTo>
                    <a:lnTo>
                      <a:pt x="7870" y="8078"/>
                    </a:lnTo>
                    <a:lnTo>
                      <a:pt x="7917" y="8125"/>
                    </a:lnTo>
                    <a:lnTo>
                      <a:pt x="14160" y="8125"/>
                    </a:lnTo>
                    <a:lnTo>
                      <a:pt x="22606" y="16571"/>
                    </a:lnTo>
                    <a:lnTo>
                      <a:pt x="22606" y="19036"/>
                    </a:lnTo>
                    <a:lnTo>
                      <a:pt x="17368" y="24274"/>
                    </a:lnTo>
                    <a:lnTo>
                      <a:pt x="17368" y="28828"/>
                    </a:lnTo>
                    <a:lnTo>
                      <a:pt x="21307" y="32767"/>
                    </a:lnTo>
                    <a:lnTo>
                      <a:pt x="21514" y="32559"/>
                    </a:lnTo>
                    <a:lnTo>
                      <a:pt x="17663" y="28708"/>
                    </a:lnTo>
                    <a:lnTo>
                      <a:pt x="17663" y="24401"/>
                    </a:lnTo>
                    <a:lnTo>
                      <a:pt x="22901" y="19156"/>
                    </a:lnTo>
                    <a:lnTo>
                      <a:pt x="22901" y="16450"/>
                    </a:lnTo>
                    <a:lnTo>
                      <a:pt x="14321" y="7870"/>
                    </a:lnTo>
                    <a:lnTo>
                      <a:pt x="14280" y="7823"/>
                    </a:lnTo>
                    <a:lnTo>
                      <a:pt x="8038" y="7823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6"/>
              <p:cNvSpPr/>
              <p:nvPr/>
            </p:nvSpPr>
            <p:spPr>
              <a:xfrm rot="2700000">
                <a:off x="7443749" y="2677623"/>
                <a:ext cx="609638" cy="928715"/>
              </a:xfrm>
              <a:custGeom>
                <a:avLst/>
                <a:gdLst/>
                <a:ahLst/>
                <a:cxnLst/>
                <a:rect l="l" t="t" r="r" b="b"/>
                <a:pathLst>
                  <a:path w="9278" h="14134" extrusionOk="0">
                    <a:moveTo>
                      <a:pt x="81" y="0"/>
                    </a:moveTo>
                    <a:lnTo>
                      <a:pt x="1" y="81"/>
                    </a:lnTo>
                    <a:lnTo>
                      <a:pt x="5198" y="5285"/>
                    </a:lnTo>
                    <a:lnTo>
                      <a:pt x="5198" y="10148"/>
                    </a:lnTo>
                    <a:lnTo>
                      <a:pt x="9190" y="14133"/>
                    </a:lnTo>
                    <a:lnTo>
                      <a:pt x="9277" y="14053"/>
                    </a:lnTo>
                    <a:lnTo>
                      <a:pt x="5319" y="10094"/>
                    </a:lnTo>
                    <a:lnTo>
                      <a:pt x="5319" y="5238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6"/>
              <p:cNvSpPr/>
              <p:nvPr/>
            </p:nvSpPr>
            <p:spPr>
              <a:xfrm rot="2700000">
                <a:off x="7414741" y="3494696"/>
                <a:ext cx="324400" cy="512850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7805" extrusionOk="0">
                    <a:moveTo>
                      <a:pt x="4816" y="1"/>
                    </a:moveTo>
                    <a:lnTo>
                      <a:pt x="4816" y="2901"/>
                    </a:lnTo>
                    <a:lnTo>
                      <a:pt x="0" y="7717"/>
                    </a:lnTo>
                    <a:lnTo>
                      <a:pt x="81" y="7804"/>
                    </a:lnTo>
                    <a:lnTo>
                      <a:pt x="4937" y="2948"/>
                    </a:lnTo>
                    <a:lnTo>
                      <a:pt x="49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4" name="Google Shape;1694;p46"/>
            <p:cNvGrpSpPr/>
            <p:nvPr/>
          </p:nvGrpSpPr>
          <p:grpSpPr>
            <a:xfrm>
              <a:off x="7498190" y="3950242"/>
              <a:ext cx="713048" cy="687532"/>
              <a:chOff x="7498190" y="3950242"/>
              <a:chExt cx="713048" cy="687532"/>
            </a:xfrm>
          </p:grpSpPr>
          <p:sp>
            <p:nvSpPr>
              <p:cNvPr id="1695" name="Google Shape;1695;p46"/>
              <p:cNvSpPr/>
              <p:nvPr/>
            </p:nvSpPr>
            <p:spPr>
              <a:xfrm rot="2700000">
                <a:off x="7517549" y="4260913"/>
                <a:ext cx="54669" cy="54669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717" y="0"/>
                    </a:moveTo>
                    <a:lnTo>
                      <a:pt x="1" y="717"/>
                    </a:lnTo>
                    <a:lnTo>
                      <a:pt x="115" y="831"/>
                    </a:lnTo>
                    <a:lnTo>
                      <a:pt x="831" y="114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46"/>
              <p:cNvSpPr/>
              <p:nvPr/>
            </p:nvSpPr>
            <p:spPr>
              <a:xfrm rot="2700000">
                <a:off x="7517678" y="4260112"/>
                <a:ext cx="55063" cy="55063"/>
              </a:xfrm>
              <a:custGeom>
                <a:avLst/>
                <a:gdLst/>
                <a:ahLst/>
                <a:cxnLst/>
                <a:rect l="l" t="t" r="r" b="b"/>
                <a:pathLst>
                  <a:path w="838" h="838" extrusionOk="0">
                    <a:moveTo>
                      <a:pt x="114" y="0"/>
                    </a:moveTo>
                    <a:lnTo>
                      <a:pt x="0" y="114"/>
                    </a:lnTo>
                    <a:lnTo>
                      <a:pt x="723" y="837"/>
                    </a:lnTo>
                    <a:lnTo>
                      <a:pt x="837" y="723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46"/>
              <p:cNvSpPr/>
              <p:nvPr/>
            </p:nvSpPr>
            <p:spPr>
              <a:xfrm rot="2700000">
                <a:off x="7495517" y="4389898"/>
                <a:ext cx="78849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382" extrusionOk="0">
                    <a:moveTo>
                      <a:pt x="905" y="0"/>
                    </a:moveTo>
                    <a:lnTo>
                      <a:pt x="0" y="87"/>
                    </a:lnTo>
                    <a:lnTo>
                      <a:pt x="295" y="382"/>
                    </a:lnTo>
                    <a:lnTo>
                      <a:pt x="1199" y="295"/>
                    </a:lnTo>
                    <a:lnTo>
                      <a:pt x="9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46"/>
              <p:cNvSpPr/>
              <p:nvPr/>
            </p:nvSpPr>
            <p:spPr>
              <a:xfrm rot="2700000">
                <a:off x="7495747" y="4439543"/>
                <a:ext cx="78390" cy="24772"/>
              </a:xfrm>
              <a:custGeom>
                <a:avLst/>
                <a:gdLst/>
                <a:ahLst/>
                <a:cxnLst/>
                <a:rect l="l" t="t" r="r" b="b"/>
                <a:pathLst>
                  <a:path w="1193" h="377" extrusionOk="0">
                    <a:moveTo>
                      <a:pt x="905" y="1"/>
                    </a:moveTo>
                    <a:lnTo>
                      <a:pt x="0" y="88"/>
                    </a:lnTo>
                    <a:lnTo>
                      <a:pt x="295" y="376"/>
                    </a:lnTo>
                    <a:lnTo>
                      <a:pt x="1193" y="296"/>
                    </a:ln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46"/>
              <p:cNvSpPr/>
              <p:nvPr/>
            </p:nvSpPr>
            <p:spPr>
              <a:xfrm rot="2700000">
                <a:off x="7495770" y="4489359"/>
                <a:ext cx="78390" cy="24706"/>
              </a:xfrm>
              <a:custGeom>
                <a:avLst/>
                <a:gdLst/>
                <a:ahLst/>
                <a:cxnLst/>
                <a:rect l="l" t="t" r="r" b="b"/>
                <a:pathLst>
                  <a:path w="1193" h="376" extrusionOk="0">
                    <a:moveTo>
                      <a:pt x="904" y="1"/>
                    </a:moveTo>
                    <a:lnTo>
                      <a:pt x="0" y="88"/>
                    </a:lnTo>
                    <a:lnTo>
                      <a:pt x="288" y="376"/>
                    </a:lnTo>
                    <a:lnTo>
                      <a:pt x="1192" y="289"/>
                    </a:lnTo>
                    <a:lnTo>
                      <a:pt x="9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46"/>
              <p:cNvSpPr/>
              <p:nvPr/>
            </p:nvSpPr>
            <p:spPr>
              <a:xfrm rot="2700000">
                <a:off x="7495770" y="4539165"/>
                <a:ext cx="78390" cy="24706"/>
              </a:xfrm>
              <a:custGeom>
                <a:avLst/>
                <a:gdLst/>
                <a:ahLst/>
                <a:cxnLst/>
                <a:rect l="l" t="t" r="r" b="b"/>
                <a:pathLst>
                  <a:path w="1193" h="376" extrusionOk="0">
                    <a:moveTo>
                      <a:pt x="904" y="1"/>
                    </a:moveTo>
                    <a:lnTo>
                      <a:pt x="0" y="81"/>
                    </a:lnTo>
                    <a:lnTo>
                      <a:pt x="288" y="376"/>
                    </a:lnTo>
                    <a:lnTo>
                      <a:pt x="1192" y="289"/>
                    </a:lnTo>
                    <a:lnTo>
                      <a:pt x="9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46"/>
              <p:cNvSpPr/>
              <p:nvPr/>
            </p:nvSpPr>
            <p:spPr>
              <a:xfrm rot="2700000">
                <a:off x="7495540" y="4588416"/>
                <a:ext cx="78849" cy="25166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383" extrusionOk="0">
                    <a:moveTo>
                      <a:pt x="904" y="1"/>
                    </a:moveTo>
                    <a:lnTo>
                      <a:pt x="0" y="88"/>
                    </a:lnTo>
                    <a:lnTo>
                      <a:pt x="295" y="383"/>
                    </a:lnTo>
                    <a:lnTo>
                      <a:pt x="1199" y="295"/>
                    </a:lnTo>
                    <a:lnTo>
                      <a:pt x="9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46"/>
              <p:cNvSpPr/>
              <p:nvPr/>
            </p:nvSpPr>
            <p:spPr>
              <a:xfrm rot="2700000">
                <a:off x="7685905" y="4040457"/>
                <a:ext cx="435315" cy="434921"/>
              </a:xfrm>
              <a:custGeom>
                <a:avLst/>
                <a:gdLst/>
                <a:ahLst/>
                <a:cxnLst/>
                <a:rect l="l" t="t" r="r" b="b"/>
                <a:pathLst>
                  <a:path w="6625" h="6619" fill="none" extrusionOk="0">
                    <a:moveTo>
                      <a:pt x="6363" y="2841"/>
                    </a:moveTo>
                    <a:cubicBezTo>
                      <a:pt x="6624" y="4522"/>
                      <a:pt x="5466" y="6096"/>
                      <a:pt x="3784" y="6357"/>
                    </a:cubicBezTo>
                    <a:cubicBezTo>
                      <a:pt x="2097" y="6618"/>
                      <a:pt x="523" y="5466"/>
                      <a:pt x="261" y="3778"/>
                    </a:cubicBezTo>
                    <a:cubicBezTo>
                      <a:pt x="0" y="2097"/>
                      <a:pt x="1159" y="516"/>
                      <a:pt x="2840" y="255"/>
                    </a:cubicBezTo>
                    <a:cubicBezTo>
                      <a:pt x="4528" y="1"/>
                      <a:pt x="6102" y="1153"/>
                      <a:pt x="6363" y="2841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2"/>
                </a:solidFill>
                <a:prstDash val="solid"/>
                <a:miter lim="669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47"/>
          <p:cNvSpPr txBox="1">
            <a:spLocks noGrp="1"/>
          </p:cNvSpPr>
          <p:nvPr>
            <p:ph type="title"/>
          </p:nvPr>
        </p:nvSpPr>
        <p:spPr>
          <a:xfrm>
            <a:off x="720000" y="43677"/>
            <a:ext cx="7704000" cy="10296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/>
              <a:t>Source Code Protection Best Practices</a:t>
            </a:r>
            <a:endParaRPr dirty="0"/>
          </a:p>
        </p:txBody>
      </p:sp>
      <p:sp>
        <p:nvSpPr>
          <p:cNvPr id="1708" name="Google Shape;1708;p47"/>
          <p:cNvSpPr txBox="1">
            <a:spLocks noGrp="1"/>
          </p:cNvSpPr>
          <p:nvPr>
            <p:ph type="subTitle" idx="1"/>
          </p:nvPr>
        </p:nvSpPr>
        <p:spPr>
          <a:xfrm>
            <a:off x="720000" y="1058302"/>
            <a:ext cx="7987145" cy="36395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Define a Protection Policy: </a:t>
            </a:r>
            <a:r>
              <a:rPr lang="en-US" dirty="0"/>
              <a:t>Establish rules for repository use, encryption, and secure development lifecycle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Access Control: </a:t>
            </a:r>
            <a:r>
              <a:rPr lang="en-US" dirty="0"/>
              <a:t>Restrict repository access, enforce strong authentication, and use two‑factor authentication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Encryption &amp; Monitoring: </a:t>
            </a:r>
            <a:r>
              <a:rPr lang="en-US" dirty="0"/>
              <a:t>Encrypt data at rest and in transit; monitor activity and set alerts for suspicious behavior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Security Testing: </a:t>
            </a:r>
            <a:r>
              <a:rPr lang="en-US" dirty="0"/>
              <a:t>Integrate SAST and DAST tools to detect vulnerabilities ear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Network &amp; Endpoint Security: </a:t>
            </a:r>
            <a:r>
              <a:rPr lang="en-US" dirty="0"/>
              <a:t>Use firewalls, VPNs, anti‑malware, and Data Loss Prevention (DLP) solutions to prevent exfiltration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b="1" dirty="0"/>
              <a:t>Legal Protections: </a:t>
            </a:r>
            <a:r>
              <a:rPr lang="en-US" dirty="0"/>
              <a:t>Safeguard proprietary code with patents and copyright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grpSp>
        <p:nvGrpSpPr>
          <p:cNvPr id="1723" name="Google Shape;1723;p47"/>
          <p:cNvGrpSpPr/>
          <p:nvPr/>
        </p:nvGrpSpPr>
        <p:grpSpPr>
          <a:xfrm>
            <a:off x="5763222" y="659752"/>
            <a:ext cx="434175" cy="398550"/>
            <a:chOff x="3187200" y="1281350"/>
            <a:chExt cx="434175" cy="398550"/>
          </a:xfrm>
        </p:grpSpPr>
        <p:sp>
          <p:nvSpPr>
            <p:cNvPr id="1724" name="Google Shape;1724;p47"/>
            <p:cNvSpPr/>
            <p:nvPr/>
          </p:nvSpPr>
          <p:spPr>
            <a:xfrm>
              <a:off x="3215025" y="1304750"/>
              <a:ext cx="59050" cy="12700"/>
            </a:xfrm>
            <a:custGeom>
              <a:avLst/>
              <a:gdLst/>
              <a:ahLst/>
              <a:cxnLst/>
              <a:rect l="l" t="t" r="r" b="b"/>
              <a:pathLst>
                <a:path w="2362" h="508" extrusionOk="0">
                  <a:moveTo>
                    <a:pt x="253" y="1"/>
                  </a:moveTo>
                  <a:cubicBezTo>
                    <a:pt x="114" y="1"/>
                    <a:pt x="0" y="112"/>
                    <a:pt x="0" y="256"/>
                  </a:cubicBezTo>
                  <a:cubicBezTo>
                    <a:pt x="0" y="394"/>
                    <a:pt x="114" y="508"/>
                    <a:pt x="253" y="508"/>
                  </a:cubicBezTo>
                  <a:lnTo>
                    <a:pt x="2106" y="508"/>
                  </a:lnTo>
                  <a:cubicBezTo>
                    <a:pt x="2244" y="508"/>
                    <a:pt x="2361" y="394"/>
                    <a:pt x="2361" y="256"/>
                  </a:cubicBezTo>
                  <a:cubicBezTo>
                    <a:pt x="2361" y="115"/>
                    <a:pt x="2244" y="1"/>
                    <a:pt x="2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7"/>
            <p:cNvSpPr/>
            <p:nvPr/>
          </p:nvSpPr>
          <p:spPr>
            <a:xfrm>
              <a:off x="3515875" y="1547675"/>
              <a:ext cx="66700" cy="87875"/>
            </a:xfrm>
            <a:custGeom>
              <a:avLst/>
              <a:gdLst/>
              <a:ahLst/>
              <a:cxnLst/>
              <a:rect l="l" t="t" r="r" b="b"/>
              <a:pathLst>
                <a:path w="2668" h="3515" extrusionOk="0">
                  <a:moveTo>
                    <a:pt x="1330" y="513"/>
                  </a:moveTo>
                  <a:cubicBezTo>
                    <a:pt x="1498" y="513"/>
                    <a:pt x="1637" y="652"/>
                    <a:pt x="1637" y="823"/>
                  </a:cubicBezTo>
                  <a:lnTo>
                    <a:pt x="1637" y="1289"/>
                  </a:lnTo>
                  <a:lnTo>
                    <a:pt x="1015" y="1289"/>
                  </a:lnTo>
                  <a:lnTo>
                    <a:pt x="1021" y="823"/>
                  </a:lnTo>
                  <a:cubicBezTo>
                    <a:pt x="1021" y="652"/>
                    <a:pt x="1159" y="513"/>
                    <a:pt x="1330" y="513"/>
                  </a:cubicBezTo>
                  <a:close/>
                  <a:moveTo>
                    <a:pt x="2160" y="1794"/>
                  </a:moveTo>
                  <a:lnTo>
                    <a:pt x="2160" y="3007"/>
                  </a:lnTo>
                  <a:lnTo>
                    <a:pt x="505" y="3007"/>
                  </a:lnTo>
                  <a:lnTo>
                    <a:pt x="505" y="1794"/>
                  </a:lnTo>
                  <a:close/>
                  <a:moveTo>
                    <a:pt x="1333" y="0"/>
                  </a:moveTo>
                  <a:cubicBezTo>
                    <a:pt x="882" y="0"/>
                    <a:pt x="516" y="367"/>
                    <a:pt x="516" y="817"/>
                  </a:cubicBezTo>
                  <a:lnTo>
                    <a:pt x="516" y="1287"/>
                  </a:lnTo>
                  <a:lnTo>
                    <a:pt x="394" y="1287"/>
                  </a:lnTo>
                  <a:cubicBezTo>
                    <a:pt x="177" y="1287"/>
                    <a:pt x="0" y="1463"/>
                    <a:pt x="0" y="1680"/>
                  </a:cubicBezTo>
                  <a:lnTo>
                    <a:pt x="0" y="3121"/>
                  </a:lnTo>
                  <a:cubicBezTo>
                    <a:pt x="0" y="3338"/>
                    <a:pt x="177" y="3514"/>
                    <a:pt x="394" y="3514"/>
                  </a:cubicBezTo>
                  <a:lnTo>
                    <a:pt x="2274" y="3514"/>
                  </a:lnTo>
                  <a:cubicBezTo>
                    <a:pt x="2491" y="3514"/>
                    <a:pt x="2668" y="3338"/>
                    <a:pt x="2668" y="3121"/>
                  </a:cubicBezTo>
                  <a:lnTo>
                    <a:pt x="2668" y="1683"/>
                  </a:lnTo>
                  <a:cubicBezTo>
                    <a:pt x="2668" y="1466"/>
                    <a:pt x="2491" y="1289"/>
                    <a:pt x="2274" y="1289"/>
                  </a:cubicBezTo>
                  <a:lnTo>
                    <a:pt x="2152" y="1289"/>
                  </a:lnTo>
                  <a:lnTo>
                    <a:pt x="2152" y="823"/>
                  </a:lnTo>
                  <a:cubicBezTo>
                    <a:pt x="2150" y="367"/>
                    <a:pt x="1783" y="0"/>
                    <a:pt x="13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7"/>
            <p:cNvSpPr/>
            <p:nvPr/>
          </p:nvSpPr>
          <p:spPr>
            <a:xfrm>
              <a:off x="3187200" y="1281350"/>
              <a:ext cx="434175" cy="398550"/>
            </a:xfrm>
            <a:custGeom>
              <a:avLst/>
              <a:gdLst/>
              <a:ahLst/>
              <a:cxnLst/>
              <a:rect l="l" t="t" r="r" b="b"/>
              <a:pathLst>
                <a:path w="17367" h="15942" extrusionOk="0">
                  <a:moveTo>
                    <a:pt x="11590" y="10811"/>
                  </a:moveTo>
                  <a:lnTo>
                    <a:pt x="11590" y="11590"/>
                  </a:lnTo>
                  <a:lnTo>
                    <a:pt x="10008" y="11590"/>
                  </a:lnTo>
                  <a:lnTo>
                    <a:pt x="10008" y="10811"/>
                  </a:lnTo>
                  <a:close/>
                  <a:moveTo>
                    <a:pt x="9501" y="10813"/>
                  </a:moveTo>
                  <a:lnTo>
                    <a:pt x="9501" y="11592"/>
                  </a:lnTo>
                  <a:lnTo>
                    <a:pt x="2812" y="11592"/>
                  </a:lnTo>
                  <a:cubicBezTo>
                    <a:pt x="2801" y="11592"/>
                    <a:pt x="2790" y="11584"/>
                    <a:pt x="2790" y="11573"/>
                  </a:cubicBezTo>
                  <a:lnTo>
                    <a:pt x="2790" y="10832"/>
                  </a:lnTo>
                  <a:cubicBezTo>
                    <a:pt x="2790" y="10824"/>
                    <a:pt x="2801" y="10813"/>
                    <a:pt x="2812" y="10813"/>
                  </a:cubicBezTo>
                  <a:close/>
                  <a:moveTo>
                    <a:pt x="15058" y="2380"/>
                  </a:moveTo>
                  <a:lnTo>
                    <a:pt x="15058" y="9785"/>
                  </a:lnTo>
                  <a:lnTo>
                    <a:pt x="12035" y="9785"/>
                  </a:lnTo>
                  <a:cubicBezTo>
                    <a:pt x="11791" y="9785"/>
                    <a:pt x="11590" y="9986"/>
                    <a:pt x="11590" y="10230"/>
                  </a:cubicBezTo>
                  <a:lnTo>
                    <a:pt x="11590" y="10301"/>
                  </a:lnTo>
                  <a:lnTo>
                    <a:pt x="2812" y="10301"/>
                  </a:lnTo>
                  <a:cubicBezTo>
                    <a:pt x="2519" y="10301"/>
                    <a:pt x="2283" y="10539"/>
                    <a:pt x="2283" y="10830"/>
                  </a:cubicBezTo>
                  <a:lnTo>
                    <a:pt x="2283" y="11571"/>
                  </a:lnTo>
                  <a:cubicBezTo>
                    <a:pt x="2283" y="11861"/>
                    <a:pt x="2519" y="12100"/>
                    <a:pt x="2812" y="12100"/>
                  </a:cubicBezTo>
                  <a:lnTo>
                    <a:pt x="11590" y="12100"/>
                  </a:lnTo>
                  <a:lnTo>
                    <a:pt x="11590" y="12849"/>
                  </a:lnTo>
                  <a:lnTo>
                    <a:pt x="625" y="12849"/>
                  </a:lnTo>
                  <a:cubicBezTo>
                    <a:pt x="560" y="12849"/>
                    <a:pt x="508" y="12797"/>
                    <a:pt x="508" y="12732"/>
                  </a:cubicBezTo>
                  <a:lnTo>
                    <a:pt x="508" y="2380"/>
                  </a:lnTo>
                  <a:close/>
                  <a:moveTo>
                    <a:pt x="625" y="0"/>
                  </a:moveTo>
                  <a:cubicBezTo>
                    <a:pt x="278" y="0"/>
                    <a:pt x="1" y="283"/>
                    <a:pt x="1" y="625"/>
                  </a:cubicBezTo>
                  <a:lnTo>
                    <a:pt x="1" y="12737"/>
                  </a:lnTo>
                  <a:cubicBezTo>
                    <a:pt x="1" y="13082"/>
                    <a:pt x="280" y="13361"/>
                    <a:pt x="625" y="13361"/>
                  </a:cubicBezTo>
                  <a:lnTo>
                    <a:pt x="11590" y="13361"/>
                  </a:lnTo>
                  <a:lnTo>
                    <a:pt x="11590" y="13720"/>
                  </a:lnTo>
                  <a:cubicBezTo>
                    <a:pt x="11590" y="13863"/>
                    <a:pt x="11658" y="13994"/>
                    <a:pt x="11772" y="14080"/>
                  </a:cubicBezTo>
                  <a:lnTo>
                    <a:pt x="14219" y="15858"/>
                  </a:lnTo>
                  <a:cubicBezTo>
                    <a:pt x="14295" y="15915"/>
                    <a:pt x="14388" y="15942"/>
                    <a:pt x="14480" y="15942"/>
                  </a:cubicBezTo>
                  <a:cubicBezTo>
                    <a:pt x="14572" y="15942"/>
                    <a:pt x="14662" y="15915"/>
                    <a:pt x="14740" y="15858"/>
                  </a:cubicBezTo>
                  <a:lnTo>
                    <a:pt x="17182" y="14080"/>
                  </a:lnTo>
                  <a:cubicBezTo>
                    <a:pt x="17299" y="13999"/>
                    <a:pt x="17367" y="13863"/>
                    <a:pt x="17367" y="13720"/>
                  </a:cubicBezTo>
                  <a:lnTo>
                    <a:pt x="17367" y="12702"/>
                  </a:lnTo>
                  <a:cubicBezTo>
                    <a:pt x="17367" y="12564"/>
                    <a:pt x="17250" y="12447"/>
                    <a:pt x="17112" y="12447"/>
                  </a:cubicBezTo>
                  <a:cubicBezTo>
                    <a:pt x="16973" y="12447"/>
                    <a:pt x="16857" y="12564"/>
                    <a:pt x="16857" y="12702"/>
                  </a:cubicBezTo>
                  <a:lnTo>
                    <a:pt x="16857" y="13687"/>
                  </a:lnTo>
                  <a:lnTo>
                    <a:pt x="14480" y="15415"/>
                  </a:lnTo>
                  <a:lnTo>
                    <a:pt x="12103" y="13687"/>
                  </a:lnTo>
                  <a:lnTo>
                    <a:pt x="12103" y="10295"/>
                  </a:lnTo>
                  <a:lnTo>
                    <a:pt x="16859" y="10295"/>
                  </a:lnTo>
                  <a:lnTo>
                    <a:pt x="16859" y="11684"/>
                  </a:lnTo>
                  <a:cubicBezTo>
                    <a:pt x="16857" y="11828"/>
                    <a:pt x="16973" y="11940"/>
                    <a:pt x="17112" y="11940"/>
                  </a:cubicBezTo>
                  <a:cubicBezTo>
                    <a:pt x="17250" y="11940"/>
                    <a:pt x="17367" y="11823"/>
                    <a:pt x="17367" y="11684"/>
                  </a:cubicBezTo>
                  <a:lnTo>
                    <a:pt x="17367" y="10230"/>
                  </a:lnTo>
                  <a:cubicBezTo>
                    <a:pt x="17367" y="9986"/>
                    <a:pt x="17166" y="9785"/>
                    <a:pt x="16922" y="9785"/>
                  </a:cubicBezTo>
                  <a:lnTo>
                    <a:pt x="15568" y="9785"/>
                  </a:lnTo>
                  <a:lnTo>
                    <a:pt x="15568" y="625"/>
                  </a:lnTo>
                  <a:cubicBezTo>
                    <a:pt x="15568" y="277"/>
                    <a:pt x="15286" y="0"/>
                    <a:pt x="14944" y="0"/>
                  </a:cubicBezTo>
                  <a:lnTo>
                    <a:pt x="3705" y="0"/>
                  </a:lnTo>
                  <a:cubicBezTo>
                    <a:pt x="3564" y="0"/>
                    <a:pt x="3450" y="114"/>
                    <a:pt x="3450" y="255"/>
                  </a:cubicBezTo>
                  <a:cubicBezTo>
                    <a:pt x="3450" y="394"/>
                    <a:pt x="3564" y="508"/>
                    <a:pt x="3705" y="508"/>
                  </a:cubicBezTo>
                  <a:lnTo>
                    <a:pt x="14944" y="508"/>
                  </a:lnTo>
                  <a:cubicBezTo>
                    <a:pt x="15009" y="508"/>
                    <a:pt x="15060" y="559"/>
                    <a:pt x="15060" y="625"/>
                  </a:cubicBezTo>
                  <a:lnTo>
                    <a:pt x="15060" y="1873"/>
                  </a:lnTo>
                  <a:lnTo>
                    <a:pt x="508" y="1873"/>
                  </a:lnTo>
                  <a:lnTo>
                    <a:pt x="508" y="625"/>
                  </a:lnTo>
                  <a:cubicBezTo>
                    <a:pt x="508" y="559"/>
                    <a:pt x="560" y="508"/>
                    <a:pt x="625" y="508"/>
                  </a:cubicBezTo>
                  <a:lnTo>
                    <a:pt x="2682" y="508"/>
                  </a:lnTo>
                  <a:cubicBezTo>
                    <a:pt x="2823" y="508"/>
                    <a:pt x="2937" y="394"/>
                    <a:pt x="2937" y="255"/>
                  </a:cubicBezTo>
                  <a:cubicBezTo>
                    <a:pt x="2937" y="114"/>
                    <a:pt x="2823" y="0"/>
                    <a:pt x="26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7"/>
            <p:cNvSpPr/>
            <p:nvPr/>
          </p:nvSpPr>
          <p:spPr>
            <a:xfrm>
              <a:off x="3318550" y="1364275"/>
              <a:ext cx="126450" cy="142725"/>
            </a:xfrm>
            <a:custGeom>
              <a:avLst/>
              <a:gdLst/>
              <a:ahLst/>
              <a:cxnLst/>
              <a:rect l="l" t="t" r="r" b="b"/>
              <a:pathLst>
                <a:path w="5058" h="5709" extrusionOk="0">
                  <a:moveTo>
                    <a:pt x="3156" y="0"/>
                  </a:moveTo>
                  <a:cubicBezTo>
                    <a:pt x="3102" y="0"/>
                    <a:pt x="3047" y="18"/>
                    <a:pt x="3001" y="54"/>
                  </a:cubicBezTo>
                  <a:lnTo>
                    <a:pt x="2160" y="710"/>
                  </a:lnTo>
                  <a:cubicBezTo>
                    <a:pt x="2103" y="754"/>
                    <a:pt x="2068" y="816"/>
                    <a:pt x="2062" y="889"/>
                  </a:cubicBezTo>
                  <a:cubicBezTo>
                    <a:pt x="2054" y="960"/>
                    <a:pt x="2081" y="1030"/>
                    <a:pt x="2130" y="1082"/>
                  </a:cubicBezTo>
                  <a:lnTo>
                    <a:pt x="2860" y="1858"/>
                  </a:lnTo>
                  <a:cubicBezTo>
                    <a:pt x="2909" y="1912"/>
                    <a:pt x="2977" y="1939"/>
                    <a:pt x="3045" y="1939"/>
                  </a:cubicBezTo>
                  <a:cubicBezTo>
                    <a:pt x="3108" y="1939"/>
                    <a:pt x="3170" y="1916"/>
                    <a:pt x="3218" y="1869"/>
                  </a:cubicBezTo>
                  <a:cubicBezTo>
                    <a:pt x="3321" y="1774"/>
                    <a:pt x="3327" y="1611"/>
                    <a:pt x="3229" y="1508"/>
                  </a:cubicBezTo>
                  <a:lnTo>
                    <a:pt x="2944" y="1207"/>
                  </a:lnTo>
                  <a:lnTo>
                    <a:pt x="2944" y="1207"/>
                  </a:lnTo>
                  <a:cubicBezTo>
                    <a:pt x="3856" y="1399"/>
                    <a:pt x="4542" y="2211"/>
                    <a:pt x="4542" y="3182"/>
                  </a:cubicBezTo>
                  <a:cubicBezTo>
                    <a:pt x="4542" y="4295"/>
                    <a:pt x="3636" y="5201"/>
                    <a:pt x="2524" y="5201"/>
                  </a:cubicBezTo>
                  <a:cubicBezTo>
                    <a:pt x="1411" y="5201"/>
                    <a:pt x="505" y="4295"/>
                    <a:pt x="505" y="3182"/>
                  </a:cubicBezTo>
                  <a:cubicBezTo>
                    <a:pt x="505" y="2778"/>
                    <a:pt x="624" y="2387"/>
                    <a:pt x="849" y="2056"/>
                  </a:cubicBezTo>
                  <a:cubicBezTo>
                    <a:pt x="928" y="1939"/>
                    <a:pt x="898" y="1779"/>
                    <a:pt x="782" y="1703"/>
                  </a:cubicBezTo>
                  <a:cubicBezTo>
                    <a:pt x="739" y="1674"/>
                    <a:pt x="689" y="1659"/>
                    <a:pt x="640" y="1659"/>
                  </a:cubicBezTo>
                  <a:cubicBezTo>
                    <a:pt x="559" y="1659"/>
                    <a:pt x="478" y="1698"/>
                    <a:pt x="429" y="1771"/>
                  </a:cubicBezTo>
                  <a:cubicBezTo>
                    <a:pt x="149" y="2186"/>
                    <a:pt x="0" y="2677"/>
                    <a:pt x="0" y="3182"/>
                  </a:cubicBezTo>
                  <a:cubicBezTo>
                    <a:pt x="0" y="4577"/>
                    <a:pt x="1132" y="5708"/>
                    <a:pt x="2526" y="5708"/>
                  </a:cubicBezTo>
                  <a:cubicBezTo>
                    <a:pt x="3921" y="5708"/>
                    <a:pt x="5052" y="4577"/>
                    <a:pt x="5052" y="3182"/>
                  </a:cubicBezTo>
                  <a:cubicBezTo>
                    <a:pt x="5058" y="1950"/>
                    <a:pt x="4168" y="922"/>
                    <a:pt x="2998" y="702"/>
                  </a:cubicBezTo>
                  <a:lnTo>
                    <a:pt x="3313" y="455"/>
                  </a:lnTo>
                  <a:cubicBezTo>
                    <a:pt x="3424" y="366"/>
                    <a:pt x="3443" y="205"/>
                    <a:pt x="3357" y="100"/>
                  </a:cubicBezTo>
                  <a:cubicBezTo>
                    <a:pt x="3306" y="34"/>
                    <a:pt x="3232" y="0"/>
                    <a:pt x="31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48"/>
          <p:cNvSpPr txBox="1">
            <a:spLocks noGrp="1"/>
          </p:cNvSpPr>
          <p:nvPr>
            <p:ph type="title"/>
          </p:nvPr>
        </p:nvSpPr>
        <p:spPr>
          <a:xfrm>
            <a:off x="768775" y="1164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</a:t>
            </a:r>
            <a:endParaRPr dirty="0"/>
          </a:p>
        </p:txBody>
      </p:sp>
      <p:sp>
        <p:nvSpPr>
          <p:cNvPr id="1741" name="Google Shape;1741;p48"/>
          <p:cNvSpPr txBox="1">
            <a:spLocks noGrp="1"/>
          </p:cNvSpPr>
          <p:nvPr>
            <p:ph type="subTitle" idx="3"/>
          </p:nvPr>
        </p:nvSpPr>
        <p:spPr>
          <a:xfrm>
            <a:off x="797939" y="1319574"/>
            <a:ext cx="5271929" cy="2684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/>
            <a:r>
              <a:rPr lang="en-US" dirty="0" err="1"/>
              <a:t>Berecki</a:t>
            </a:r>
            <a:r>
              <a:rPr lang="en-US" dirty="0"/>
              <a:t>, B. (2022, April 8). </a:t>
            </a:r>
            <a:r>
              <a:rPr lang="en-US" i="1" dirty="0"/>
              <a:t>Best practices for source code security</a:t>
            </a:r>
            <a:r>
              <a:rPr lang="en-US" dirty="0"/>
              <a:t>. Endpoint Protector Blog. </a:t>
            </a:r>
            <a:r>
              <a:rPr lang="en-US" dirty="0">
                <a:hlinkClick r:id="rId3"/>
              </a:rPr>
              <a:t>https://www.endpointprotector.com/blog/your-ultimate-guide-to-source-code-protection/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/>
            <a:r>
              <a:rPr lang="en-US" dirty="0" err="1"/>
              <a:t>Ghalleb</a:t>
            </a:r>
            <a:r>
              <a:rPr lang="en-US" dirty="0"/>
              <a:t>, Z. (2024, October 31). </a:t>
            </a:r>
            <a:r>
              <a:rPr lang="en-US" i="1" dirty="0"/>
              <a:t>Source code security: Basics and best practices</a:t>
            </a:r>
            <a:r>
              <a:rPr lang="en-US" dirty="0"/>
              <a:t>. wiz. </a:t>
            </a:r>
            <a:r>
              <a:rPr lang="en-US" dirty="0">
                <a:hlinkClick r:id="rId4"/>
              </a:rPr>
              <a:t>https://www.wiz.io/academy/application-security/source-code-security</a:t>
            </a:r>
            <a:endParaRPr lang="en-US" dirty="0"/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Kim, G., Humble, J., Debois, P., Willis, J., Forsgren, N., &amp; </a:t>
            </a:r>
            <a:r>
              <a:rPr lang="en-US" dirty="0" err="1"/>
              <a:t>Allspaw</a:t>
            </a:r>
            <a:r>
              <a:rPr lang="en-US" dirty="0"/>
              <a:t>, J. (2016). </a:t>
            </a:r>
            <a:r>
              <a:rPr lang="en-US" i="1" dirty="0"/>
              <a:t>The </a:t>
            </a:r>
            <a:r>
              <a:rPr lang="en-US" i="1" dirty="0" err="1"/>
              <a:t>devops</a:t>
            </a:r>
            <a:r>
              <a:rPr lang="en-US" i="1" dirty="0"/>
              <a:t> handbook: How to create world-class agility, reliability, &amp; Security in Technology Organizations</a:t>
            </a:r>
            <a:r>
              <a:rPr lang="en-US" dirty="0"/>
              <a:t>. IT Revolution Press.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Tal, L. (2023). Securing source code in repositories is essential: How to get started. </a:t>
            </a:r>
            <a:r>
              <a:rPr lang="en-US" dirty="0" err="1"/>
              <a:t>Snyk</a:t>
            </a:r>
            <a:r>
              <a:rPr lang="en-US" dirty="0"/>
              <a:t>. </a:t>
            </a:r>
            <a:r>
              <a:rPr lang="en-US" dirty="0">
                <a:hlinkClick r:id="rId5"/>
              </a:rPr>
              <a:t>https://snyk.io/articles/securing-source-code-repositories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OpenAI. (2025). ChatGPT (40 </a:t>
            </a:r>
            <a:r>
              <a:rPr lang="en-US" dirty="0" err="1"/>
              <a:t>mimi</a:t>
            </a:r>
            <a:r>
              <a:rPr lang="en-US" dirty="0"/>
              <a:t>). https://chat.openai.com/chat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59" name="Google Shape;1759;p48"/>
          <p:cNvGrpSpPr/>
          <p:nvPr/>
        </p:nvGrpSpPr>
        <p:grpSpPr>
          <a:xfrm>
            <a:off x="5852743" y="312113"/>
            <a:ext cx="434250" cy="321950"/>
            <a:chOff x="5460525" y="1289500"/>
            <a:chExt cx="434250" cy="321950"/>
          </a:xfrm>
        </p:grpSpPr>
        <p:sp>
          <p:nvSpPr>
            <p:cNvPr id="1760" name="Google Shape;1760;p48"/>
            <p:cNvSpPr/>
            <p:nvPr/>
          </p:nvSpPr>
          <p:spPr>
            <a:xfrm>
              <a:off x="5608825" y="1346475"/>
              <a:ext cx="78300" cy="12700"/>
            </a:xfrm>
            <a:custGeom>
              <a:avLst/>
              <a:gdLst/>
              <a:ahLst/>
              <a:cxnLst/>
              <a:rect l="l" t="t" r="r" b="b"/>
              <a:pathLst>
                <a:path w="3132" h="508" extrusionOk="0">
                  <a:moveTo>
                    <a:pt x="255" y="0"/>
                  </a:moveTo>
                  <a:cubicBezTo>
                    <a:pt x="117" y="0"/>
                    <a:pt x="0" y="114"/>
                    <a:pt x="0" y="255"/>
                  </a:cubicBezTo>
                  <a:cubicBezTo>
                    <a:pt x="0" y="394"/>
                    <a:pt x="117" y="508"/>
                    <a:pt x="255" y="508"/>
                  </a:cubicBezTo>
                  <a:lnTo>
                    <a:pt x="2877" y="508"/>
                  </a:lnTo>
                  <a:cubicBezTo>
                    <a:pt x="3018" y="508"/>
                    <a:pt x="3132" y="394"/>
                    <a:pt x="3132" y="255"/>
                  </a:cubicBezTo>
                  <a:cubicBezTo>
                    <a:pt x="3132" y="114"/>
                    <a:pt x="3018" y="0"/>
                    <a:pt x="28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8"/>
            <p:cNvSpPr/>
            <p:nvPr/>
          </p:nvSpPr>
          <p:spPr>
            <a:xfrm>
              <a:off x="5789125" y="1479225"/>
              <a:ext cx="66775" cy="87800"/>
            </a:xfrm>
            <a:custGeom>
              <a:avLst/>
              <a:gdLst/>
              <a:ahLst/>
              <a:cxnLst/>
              <a:rect l="l" t="t" r="r" b="b"/>
              <a:pathLst>
                <a:path w="2671" h="3512" extrusionOk="0">
                  <a:moveTo>
                    <a:pt x="1333" y="513"/>
                  </a:moveTo>
                  <a:cubicBezTo>
                    <a:pt x="1504" y="513"/>
                    <a:pt x="1642" y="652"/>
                    <a:pt x="1642" y="823"/>
                  </a:cubicBezTo>
                  <a:lnTo>
                    <a:pt x="1642" y="1289"/>
                  </a:lnTo>
                  <a:lnTo>
                    <a:pt x="1021" y="1289"/>
                  </a:lnTo>
                  <a:lnTo>
                    <a:pt x="1024" y="823"/>
                  </a:lnTo>
                  <a:cubicBezTo>
                    <a:pt x="1024" y="652"/>
                    <a:pt x="1165" y="513"/>
                    <a:pt x="1333" y="513"/>
                  </a:cubicBezTo>
                  <a:close/>
                  <a:moveTo>
                    <a:pt x="2161" y="1794"/>
                  </a:moveTo>
                  <a:lnTo>
                    <a:pt x="2161" y="3007"/>
                  </a:lnTo>
                  <a:lnTo>
                    <a:pt x="505" y="3007"/>
                  </a:lnTo>
                  <a:lnTo>
                    <a:pt x="505" y="1794"/>
                  </a:lnTo>
                  <a:close/>
                  <a:moveTo>
                    <a:pt x="1333" y="1"/>
                  </a:moveTo>
                  <a:cubicBezTo>
                    <a:pt x="883" y="1"/>
                    <a:pt x="516" y="367"/>
                    <a:pt x="516" y="820"/>
                  </a:cubicBezTo>
                  <a:lnTo>
                    <a:pt x="516" y="1287"/>
                  </a:lnTo>
                  <a:lnTo>
                    <a:pt x="394" y="1287"/>
                  </a:lnTo>
                  <a:cubicBezTo>
                    <a:pt x="177" y="1287"/>
                    <a:pt x="1" y="1463"/>
                    <a:pt x="1" y="1680"/>
                  </a:cubicBezTo>
                  <a:lnTo>
                    <a:pt x="1" y="3118"/>
                  </a:lnTo>
                  <a:cubicBezTo>
                    <a:pt x="1" y="3335"/>
                    <a:pt x="177" y="3512"/>
                    <a:pt x="394" y="3512"/>
                  </a:cubicBezTo>
                  <a:lnTo>
                    <a:pt x="2275" y="3512"/>
                  </a:lnTo>
                  <a:cubicBezTo>
                    <a:pt x="2492" y="3512"/>
                    <a:pt x="2671" y="3335"/>
                    <a:pt x="2671" y="3118"/>
                  </a:cubicBezTo>
                  <a:lnTo>
                    <a:pt x="2671" y="1680"/>
                  </a:lnTo>
                  <a:cubicBezTo>
                    <a:pt x="2671" y="1463"/>
                    <a:pt x="2494" y="1287"/>
                    <a:pt x="2275" y="1287"/>
                  </a:cubicBezTo>
                  <a:lnTo>
                    <a:pt x="2152" y="1287"/>
                  </a:lnTo>
                  <a:lnTo>
                    <a:pt x="2152" y="820"/>
                  </a:lnTo>
                  <a:cubicBezTo>
                    <a:pt x="2150" y="372"/>
                    <a:pt x="1783" y="1"/>
                    <a:pt x="13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8"/>
            <p:cNvSpPr/>
            <p:nvPr/>
          </p:nvSpPr>
          <p:spPr>
            <a:xfrm>
              <a:off x="5460525" y="1289500"/>
              <a:ext cx="434250" cy="321950"/>
            </a:xfrm>
            <a:custGeom>
              <a:avLst/>
              <a:gdLst/>
              <a:ahLst/>
              <a:cxnLst/>
              <a:rect l="l" t="t" r="r" b="b"/>
              <a:pathLst>
                <a:path w="17370" h="12878" extrusionOk="0">
                  <a:moveTo>
                    <a:pt x="13907" y="510"/>
                  </a:moveTo>
                  <a:cubicBezTo>
                    <a:pt x="13929" y="510"/>
                    <a:pt x="13948" y="510"/>
                    <a:pt x="13964" y="516"/>
                  </a:cubicBezTo>
                  <a:cubicBezTo>
                    <a:pt x="14257" y="545"/>
                    <a:pt x="14485" y="790"/>
                    <a:pt x="14485" y="1088"/>
                  </a:cubicBezTo>
                  <a:lnTo>
                    <a:pt x="14485" y="1840"/>
                  </a:lnTo>
                  <a:lnTo>
                    <a:pt x="11460" y="3400"/>
                  </a:lnTo>
                  <a:cubicBezTo>
                    <a:pt x="11332" y="3465"/>
                    <a:pt x="11286" y="3617"/>
                    <a:pt x="11351" y="3745"/>
                  </a:cubicBezTo>
                  <a:cubicBezTo>
                    <a:pt x="11395" y="3832"/>
                    <a:pt x="11484" y="3881"/>
                    <a:pt x="11576" y="3881"/>
                  </a:cubicBezTo>
                  <a:cubicBezTo>
                    <a:pt x="11615" y="3881"/>
                    <a:pt x="11656" y="3872"/>
                    <a:pt x="11693" y="3853"/>
                  </a:cubicBezTo>
                  <a:lnTo>
                    <a:pt x="14488" y="2415"/>
                  </a:lnTo>
                  <a:lnTo>
                    <a:pt x="14488" y="6729"/>
                  </a:lnTo>
                  <a:lnTo>
                    <a:pt x="12032" y="6724"/>
                  </a:lnTo>
                  <a:cubicBezTo>
                    <a:pt x="11788" y="6724"/>
                    <a:pt x="11587" y="6925"/>
                    <a:pt x="11587" y="7169"/>
                  </a:cubicBezTo>
                  <a:lnTo>
                    <a:pt x="11587" y="7983"/>
                  </a:lnTo>
                  <a:lnTo>
                    <a:pt x="9045" y="5215"/>
                  </a:lnTo>
                  <a:lnTo>
                    <a:pt x="10787" y="4317"/>
                  </a:lnTo>
                  <a:cubicBezTo>
                    <a:pt x="10912" y="4252"/>
                    <a:pt x="10960" y="4100"/>
                    <a:pt x="10895" y="3975"/>
                  </a:cubicBezTo>
                  <a:cubicBezTo>
                    <a:pt x="10850" y="3887"/>
                    <a:pt x="10763" y="3837"/>
                    <a:pt x="10672" y="3837"/>
                  </a:cubicBezTo>
                  <a:cubicBezTo>
                    <a:pt x="10632" y="3837"/>
                    <a:pt x="10591" y="3847"/>
                    <a:pt x="10553" y="3867"/>
                  </a:cubicBezTo>
                  <a:lnTo>
                    <a:pt x="8081" y="5142"/>
                  </a:lnTo>
                  <a:cubicBezTo>
                    <a:pt x="7897" y="5237"/>
                    <a:pt x="7695" y="5284"/>
                    <a:pt x="7494" y="5284"/>
                  </a:cubicBezTo>
                  <a:cubicBezTo>
                    <a:pt x="7293" y="5284"/>
                    <a:pt x="7092" y="5237"/>
                    <a:pt x="6909" y="5142"/>
                  </a:cubicBezTo>
                  <a:lnTo>
                    <a:pt x="505" y="1840"/>
                  </a:lnTo>
                  <a:lnTo>
                    <a:pt x="505" y="1088"/>
                  </a:lnTo>
                  <a:cubicBezTo>
                    <a:pt x="505" y="790"/>
                    <a:pt x="733" y="543"/>
                    <a:pt x="1026" y="516"/>
                  </a:cubicBezTo>
                  <a:cubicBezTo>
                    <a:pt x="1045" y="510"/>
                    <a:pt x="1064" y="510"/>
                    <a:pt x="1083" y="510"/>
                  </a:cubicBezTo>
                  <a:close/>
                  <a:moveTo>
                    <a:pt x="8575" y="5454"/>
                  </a:moveTo>
                  <a:lnTo>
                    <a:pt x="11587" y="8729"/>
                  </a:lnTo>
                  <a:lnTo>
                    <a:pt x="11587" y="9098"/>
                  </a:lnTo>
                  <a:lnTo>
                    <a:pt x="3064" y="9104"/>
                  </a:lnTo>
                  <a:lnTo>
                    <a:pt x="6418" y="5454"/>
                  </a:lnTo>
                  <a:cubicBezTo>
                    <a:pt x="6733" y="5630"/>
                    <a:pt x="7097" y="5786"/>
                    <a:pt x="7462" y="5786"/>
                  </a:cubicBezTo>
                  <a:cubicBezTo>
                    <a:pt x="7474" y="5786"/>
                    <a:pt x="7486" y="5785"/>
                    <a:pt x="7498" y="5785"/>
                  </a:cubicBezTo>
                  <a:cubicBezTo>
                    <a:pt x="7510" y="5785"/>
                    <a:pt x="7522" y="5786"/>
                    <a:pt x="7535" y="5786"/>
                  </a:cubicBezTo>
                  <a:cubicBezTo>
                    <a:pt x="7897" y="5786"/>
                    <a:pt x="8260" y="5633"/>
                    <a:pt x="8575" y="5454"/>
                  </a:cubicBezTo>
                  <a:close/>
                  <a:moveTo>
                    <a:pt x="1086" y="0"/>
                  </a:moveTo>
                  <a:cubicBezTo>
                    <a:pt x="486" y="0"/>
                    <a:pt x="1" y="488"/>
                    <a:pt x="1" y="1085"/>
                  </a:cubicBezTo>
                  <a:lnTo>
                    <a:pt x="1" y="5983"/>
                  </a:lnTo>
                  <a:cubicBezTo>
                    <a:pt x="1" y="6122"/>
                    <a:pt x="115" y="6238"/>
                    <a:pt x="256" y="6238"/>
                  </a:cubicBezTo>
                  <a:cubicBezTo>
                    <a:pt x="394" y="6238"/>
                    <a:pt x="508" y="6122"/>
                    <a:pt x="508" y="5983"/>
                  </a:cubicBezTo>
                  <a:lnTo>
                    <a:pt x="508" y="2407"/>
                  </a:lnTo>
                  <a:lnTo>
                    <a:pt x="5949" y="5210"/>
                  </a:lnTo>
                  <a:lnTo>
                    <a:pt x="2375" y="9101"/>
                  </a:lnTo>
                  <a:lnTo>
                    <a:pt x="1086" y="9101"/>
                  </a:lnTo>
                  <a:cubicBezTo>
                    <a:pt x="766" y="9101"/>
                    <a:pt x="508" y="8843"/>
                    <a:pt x="508" y="8523"/>
                  </a:cubicBezTo>
                  <a:lnTo>
                    <a:pt x="508" y="6998"/>
                  </a:lnTo>
                  <a:cubicBezTo>
                    <a:pt x="508" y="6857"/>
                    <a:pt x="394" y="6743"/>
                    <a:pt x="256" y="6743"/>
                  </a:cubicBezTo>
                  <a:cubicBezTo>
                    <a:pt x="115" y="6743"/>
                    <a:pt x="1" y="6857"/>
                    <a:pt x="1" y="6998"/>
                  </a:cubicBezTo>
                  <a:lnTo>
                    <a:pt x="1" y="8523"/>
                  </a:lnTo>
                  <a:cubicBezTo>
                    <a:pt x="1" y="9123"/>
                    <a:pt x="489" y="9608"/>
                    <a:pt x="1086" y="9608"/>
                  </a:cubicBezTo>
                  <a:lnTo>
                    <a:pt x="11590" y="9608"/>
                  </a:lnTo>
                  <a:lnTo>
                    <a:pt x="11590" y="10656"/>
                  </a:lnTo>
                  <a:cubicBezTo>
                    <a:pt x="11590" y="10800"/>
                    <a:pt x="11658" y="10932"/>
                    <a:pt x="11774" y="11017"/>
                  </a:cubicBezTo>
                  <a:lnTo>
                    <a:pt x="14219" y="12794"/>
                  </a:lnTo>
                  <a:cubicBezTo>
                    <a:pt x="14297" y="12850"/>
                    <a:pt x="14388" y="12877"/>
                    <a:pt x="14480" y="12877"/>
                  </a:cubicBezTo>
                  <a:cubicBezTo>
                    <a:pt x="14571" y="12877"/>
                    <a:pt x="14663" y="12850"/>
                    <a:pt x="14740" y="12794"/>
                  </a:cubicBezTo>
                  <a:lnTo>
                    <a:pt x="17188" y="11017"/>
                  </a:lnTo>
                  <a:cubicBezTo>
                    <a:pt x="17302" y="10932"/>
                    <a:pt x="17370" y="10800"/>
                    <a:pt x="17370" y="10656"/>
                  </a:cubicBezTo>
                  <a:lnTo>
                    <a:pt x="17370" y="9638"/>
                  </a:lnTo>
                  <a:cubicBezTo>
                    <a:pt x="17370" y="9500"/>
                    <a:pt x="17256" y="9386"/>
                    <a:pt x="17114" y="9386"/>
                  </a:cubicBezTo>
                  <a:cubicBezTo>
                    <a:pt x="16976" y="9386"/>
                    <a:pt x="16862" y="9500"/>
                    <a:pt x="16862" y="9638"/>
                  </a:cubicBezTo>
                  <a:lnTo>
                    <a:pt x="16862" y="10623"/>
                  </a:lnTo>
                  <a:lnTo>
                    <a:pt x="14482" y="12352"/>
                  </a:lnTo>
                  <a:lnTo>
                    <a:pt x="12105" y="10623"/>
                  </a:lnTo>
                  <a:lnTo>
                    <a:pt x="12105" y="7231"/>
                  </a:lnTo>
                  <a:lnTo>
                    <a:pt x="16865" y="7231"/>
                  </a:lnTo>
                  <a:lnTo>
                    <a:pt x="16865" y="8621"/>
                  </a:lnTo>
                  <a:cubicBezTo>
                    <a:pt x="16859" y="8764"/>
                    <a:pt x="16971" y="8876"/>
                    <a:pt x="17112" y="8876"/>
                  </a:cubicBezTo>
                  <a:cubicBezTo>
                    <a:pt x="17253" y="8876"/>
                    <a:pt x="17367" y="8762"/>
                    <a:pt x="17367" y="8621"/>
                  </a:cubicBezTo>
                  <a:lnTo>
                    <a:pt x="17367" y="7166"/>
                  </a:lnTo>
                  <a:cubicBezTo>
                    <a:pt x="17367" y="6922"/>
                    <a:pt x="17166" y="6721"/>
                    <a:pt x="16922" y="6721"/>
                  </a:cubicBezTo>
                  <a:lnTo>
                    <a:pt x="14995" y="6721"/>
                  </a:lnTo>
                  <a:lnTo>
                    <a:pt x="14995" y="1085"/>
                  </a:lnTo>
                  <a:cubicBezTo>
                    <a:pt x="14995" y="486"/>
                    <a:pt x="14507" y="0"/>
                    <a:pt x="139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0" name="Google Shape;1770;p48"/>
          <p:cNvGrpSpPr/>
          <p:nvPr/>
        </p:nvGrpSpPr>
        <p:grpSpPr>
          <a:xfrm>
            <a:off x="6555386" y="1278101"/>
            <a:ext cx="2731802" cy="4024417"/>
            <a:chOff x="6555386" y="1278101"/>
            <a:chExt cx="2731802" cy="4024417"/>
          </a:xfrm>
        </p:grpSpPr>
        <p:sp>
          <p:nvSpPr>
            <p:cNvPr id="1771" name="Google Shape;1771;p48"/>
            <p:cNvSpPr/>
            <p:nvPr/>
          </p:nvSpPr>
          <p:spPr>
            <a:xfrm>
              <a:off x="7315828" y="2792763"/>
              <a:ext cx="1690523" cy="1117947"/>
            </a:xfrm>
            <a:custGeom>
              <a:avLst/>
              <a:gdLst/>
              <a:ahLst/>
              <a:cxnLst/>
              <a:rect l="l" t="t" r="r" b="b"/>
              <a:pathLst>
                <a:path w="25728" h="17014" extrusionOk="0">
                  <a:moveTo>
                    <a:pt x="0" y="1"/>
                  </a:moveTo>
                  <a:lnTo>
                    <a:pt x="4876" y="4883"/>
                  </a:lnTo>
                  <a:lnTo>
                    <a:pt x="4876" y="6116"/>
                  </a:lnTo>
                  <a:lnTo>
                    <a:pt x="9465" y="10704"/>
                  </a:lnTo>
                  <a:lnTo>
                    <a:pt x="11829" y="10704"/>
                  </a:lnTo>
                  <a:lnTo>
                    <a:pt x="18145" y="17013"/>
                  </a:lnTo>
                  <a:lnTo>
                    <a:pt x="25727" y="17013"/>
                  </a:lnTo>
                  <a:lnTo>
                    <a:pt x="22934" y="14227"/>
                  </a:lnTo>
                  <a:lnTo>
                    <a:pt x="22934" y="12178"/>
                  </a:lnTo>
                  <a:lnTo>
                    <a:pt x="18534" y="7784"/>
                  </a:lnTo>
                  <a:lnTo>
                    <a:pt x="15077" y="7784"/>
                  </a:lnTo>
                  <a:lnTo>
                    <a:pt x="7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8"/>
            <p:cNvSpPr/>
            <p:nvPr/>
          </p:nvSpPr>
          <p:spPr>
            <a:xfrm>
              <a:off x="6873954" y="3764495"/>
              <a:ext cx="1209938" cy="713912"/>
            </a:xfrm>
            <a:custGeom>
              <a:avLst/>
              <a:gdLst/>
              <a:ahLst/>
              <a:cxnLst/>
              <a:rect l="l" t="t" r="r" b="b"/>
              <a:pathLst>
                <a:path w="18414" h="10865" extrusionOk="0">
                  <a:moveTo>
                    <a:pt x="6799" y="1"/>
                  </a:moveTo>
                  <a:lnTo>
                    <a:pt x="1" y="48"/>
                  </a:lnTo>
                  <a:lnTo>
                    <a:pt x="7254" y="7295"/>
                  </a:lnTo>
                  <a:lnTo>
                    <a:pt x="10503" y="7295"/>
                  </a:lnTo>
                  <a:lnTo>
                    <a:pt x="14080" y="10865"/>
                  </a:lnTo>
                  <a:lnTo>
                    <a:pt x="18413" y="10865"/>
                  </a:lnTo>
                  <a:lnTo>
                    <a:pt x="9646" y="2104"/>
                  </a:lnTo>
                  <a:lnTo>
                    <a:pt x="8895" y="2104"/>
                  </a:lnTo>
                  <a:lnTo>
                    <a:pt x="67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8"/>
            <p:cNvSpPr/>
            <p:nvPr/>
          </p:nvSpPr>
          <p:spPr>
            <a:xfrm>
              <a:off x="7099368" y="1553608"/>
              <a:ext cx="45404" cy="317827"/>
            </a:xfrm>
            <a:custGeom>
              <a:avLst/>
              <a:gdLst/>
              <a:ahLst/>
              <a:cxnLst/>
              <a:rect l="l" t="t" r="r" b="b"/>
              <a:pathLst>
                <a:path w="691" h="4837" extrusionOk="0">
                  <a:moveTo>
                    <a:pt x="1" y="1"/>
                  </a:moveTo>
                  <a:lnTo>
                    <a:pt x="1" y="2419"/>
                  </a:lnTo>
                  <a:lnTo>
                    <a:pt x="1" y="4837"/>
                  </a:lnTo>
                  <a:lnTo>
                    <a:pt x="690" y="4147"/>
                  </a:lnTo>
                  <a:lnTo>
                    <a:pt x="690" y="2419"/>
                  </a:lnTo>
                  <a:lnTo>
                    <a:pt x="690" y="6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8"/>
            <p:cNvSpPr/>
            <p:nvPr/>
          </p:nvSpPr>
          <p:spPr>
            <a:xfrm>
              <a:off x="8653384" y="3023985"/>
              <a:ext cx="224917" cy="224982"/>
            </a:xfrm>
            <a:custGeom>
              <a:avLst/>
              <a:gdLst/>
              <a:ahLst/>
              <a:cxnLst/>
              <a:rect l="l" t="t" r="r" b="b"/>
              <a:pathLst>
                <a:path w="3423" h="3424" extrusionOk="0">
                  <a:moveTo>
                    <a:pt x="0" y="1"/>
                  </a:moveTo>
                  <a:lnTo>
                    <a:pt x="0" y="978"/>
                  </a:lnTo>
                  <a:lnTo>
                    <a:pt x="1226" y="2198"/>
                  </a:lnTo>
                  <a:lnTo>
                    <a:pt x="2452" y="3423"/>
                  </a:lnTo>
                  <a:lnTo>
                    <a:pt x="3423" y="3423"/>
                  </a:lnTo>
                  <a:lnTo>
                    <a:pt x="1715" y="17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8"/>
            <p:cNvSpPr/>
            <p:nvPr/>
          </p:nvSpPr>
          <p:spPr>
            <a:xfrm>
              <a:off x="9194212" y="3564026"/>
              <a:ext cx="92976" cy="92910"/>
            </a:xfrm>
            <a:custGeom>
              <a:avLst/>
              <a:gdLst/>
              <a:ahLst/>
              <a:cxnLst/>
              <a:rect l="l" t="t" r="r" b="b"/>
              <a:pathLst>
                <a:path w="1415" h="1414" extrusionOk="0">
                  <a:moveTo>
                    <a:pt x="711" y="375"/>
                  </a:moveTo>
                  <a:cubicBezTo>
                    <a:pt x="892" y="375"/>
                    <a:pt x="1039" y="522"/>
                    <a:pt x="1039" y="710"/>
                  </a:cubicBezTo>
                  <a:cubicBezTo>
                    <a:pt x="1039" y="891"/>
                    <a:pt x="892" y="1038"/>
                    <a:pt x="711" y="1038"/>
                  </a:cubicBezTo>
                  <a:cubicBezTo>
                    <a:pt x="523" y="1038"/>
                    <a:pt x="376" y="891"/>
                    <a:pt x="376" y="710"/>
                  </a:cubicBezTo>
                  <a:cubicBezTo>
                    <a:pt x="376" y="522"/>
                    <a:pt x="523" y="375"/>
                    <a:pt x="711" y="375"/>
                  </a:cubicBezTo>
                  <a:close/>
                  <a:moveTo>
                    <a:pt x="711" y="0"/>
                  </a:moveTo>
                  <a:cubicBezTo>
                    <a:pt x="316" y="0"/>
                    <a:pt x="1" y="315"/>
                    <a:pt x="1" y="710"/>
                  </a:cubicBezTo>
                  <a:cubicBezTo>
                    <a:pt x="1" y="1098"/>
                    <a:pt x="316" y="1413"/>
                    <a:pt x="711" y="1413"/>
                  </a:cubicBezTo>
                  <a:cubicBezTo>
                    <a:pt x="1099" y="1413"/>
                    <a:pt x="1414" y="1098"/>
                    <a:pt x="1414" y="710"/>
                  </a:cubicBezTo>
                  <a:cubicBezTo>
                    <a:pt x="1414" y="315"/>
                    <a:pt x="1099" y="0"/>
                    <a:pt x="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8"/>
            <p:cNvSpPr/>
            <p:nvPr/>
          </p:nvSpPr>
          <p:spPr>
            <a:xfrm>
              <a:off x="7045226" y="1278101"/>
              <a:ext cx="93370" cy="92910"/>
            </a:xfrm>
            <a:custGeom>
              <a:avLst/>
              <a:gdLst/>
              <a:ahLst/>
              <a:cxnLst/>
              <a:rect l="l" t="t" r="r" b="b"/>
              <a:pathLst>
                <a:path w="1421" h="1414" extrusionOk="0">
                  <a:moveTo>
                    <a:pt x="711" y="369"/>
                  </a:moveTo>
                  <a:cubicBezTo>
                    <a:pt x="891" y="369"/>
                    <a:pt x="1046" y="523"/>
                    <a:pt x="1046" y="704"/>
                  </a:cubicBezTo>
                  <a:cubicBezTo>
                    <a:pt x="1046" y="891"/>
                    <a:pt x="891" y="1039"/>
                    <a:pt x="711" y="1039"/>
                  </a:cubicBezTo>
                  <a:cubicBezTo>
                    <a:pt x="530" y="1039"/>
                    <a:pt x="376" y="891"/>
                    <a:pt x="376" y="704"/>
                  </a:cubicBezTo>
                  <a:cubicBezTo>
                    <a:pt x="376" y="523"/>
                    <a:pt x="530" y="369"/>
                    <a:pt x="711" y="369"/>
                  </a:cubicBezTo>
                  <a:close/>
                  <a:moveTo>
                    <a:pt x="711" y="1"/>
                  </a:moveTo>
                  <a:cubicBezTo>
                    <a:pt x="322" y="1"/>
                    <a:pt x="1" y="315"/>
                    <a:pt x="1" y="704"/>
                  </a:cubicBezTo>
                  <a:cubicBezTo>
                    <a:pt x="1" y="1092"/>
                    <a:pt x="322" y="1414"/>
                    <a:pt x="711" y="1414"/>
                  </a:cubicBezTo>
                  <a:cubicBezTo>
                    <a:pt x="1099" y="1414"/>
                    <a:pt x="1421" y="1092"/>
                    <a:pt x="1421" y="704"/>
                  </a:cubicBezTo>
                  <a:cubicBezTo>
                    <a:pt x="1421" y="315"/>
                    <a:pt x="1099" y="1"/>
                    <a:pt x="7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>
              <a:off x="7079590" y="1358657"/>
              <a:ext cx="2150409" cy="2236683"/>
            </a:xfrm>
            <a:custGeom>
              <a:avLst/>
              <a:gdLst/>
              <a:ahLst/>
              <a:cxnLst/>
              <a:rect l="l" t="t" r="r" b="b"/>
              <a:pathLst>
                <a:path w="32727" h="34040" extrusionOk="0">
                  <a:moveTo>
                    <a:pt x="0" y="0"/>
                  </a:moveTo>
                  <a:lnTo>
                    <a:pt x="0" y="9351"/>
                  </a:lnTo>
                  <a:lnTo>
                    <a:pt x="14220" y="23571"/>
                  </a:lnTo>
                  <a:lnTo>
                    <a:pt x="14280" y="23624"/>
                  </a:lnTo>
                  <a:lnTo>
                    <a:pt x="22050" y="23624"/>
                  </a:lnTo>
                  <a:lnTo>
                    <a:pt x="32465" y="34040"/>
                  </a:lnTo>
                  <a:lnTo>
                    <a:pt x="32727" y="33778"/>
                  </a:lnTo>
                  <a:lnTo>
                    <a:pt x="22258" y="23309"/>
                  </a:lnTo>
                  <a:lnTo>
                    <a:pt x="22204" y="23256"/>
                  </a:lnTo>
                  <a:lnTo>
                    <a:pt x="14434" y="23256"/>
                  </a:lnTo>
                  <a:lnTo>
                    <a:pt x="375" y="9197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8"/>
            <p:cNvSpPr/>
            <p:nvPr/>
          </p:nvSpPr>
          <p:spPr>
            <a:xfrm>
              <a:off x="7287747" y="2170196"/>
              <a:ext cx="572641" cy="570867"/>
            </a:xfrm>
            <a:custGeom>
              <a:avLst/>
              <a:gdLst/>
              <a:ahLst/>
              <a:cxnLst/>
              <a:rect l="l" t="t" r="r" b="b"/>
              <a:pathLst>
                <a:path w="8715" h="8688" extrusionOk="0">
                  <a:moveTo>
                    <a:pt x="0" y="0"/>
                  </a:moveTo>
                  <a:lnTo>
                    <a:pt x="0" y="3892"/>
                  </a:lnTo>
                  <a:lnTo>
                    <a:pt x="4796" y="8688"/>
                  </a:lnTo>
                  <a:lnTo>
                    <a:pt x="8714" y="8688"/>
                  </a:lnTo>
                  <a:lnTo>
                    <a:pt x="8714" y="8540"/>
                  </a:lnTo>
                  <a:lnTo>
                    <a:pt x="4863" y="8540"/>
                  </a:lnTo>
                  <a:lnTo>
                    <a:pt x="148" y="383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8"/>
            <p:cNvSpPr/>
            <p:nvPr/>
          </p:nvSpPr>
          <p:spPr>
            <a:xfrm>
              <a:off x="8697801" y="4071871"/>
              <a:ext cx="45404" cy="317827"/>
            </a:xfrm>
            <a:custGeom>
              <a:avLst/>
              <a:gdLst/>
              <a:ahLst/>
              <a:cxnLst/>
              <a:rect l="l" t="t" r="r" b="b"/>
              <a:pathLst>
                <a:path w="691" h="4837" extrusionOk="0">
                  <a:moveTo>
                    <a:pt x="691" y="1"/>
                  </a:moveTo>
                  <a:lnTo>
                    <a:pt x="1" y="690"/>
                  </a:lnTo>
                  <a:lnTo>
                    <a:pt x="1" y="2418"/>
                  </a:lnTo>
                  <a:lnTo>
                    <a:pt x="1" y="4153"/>
                  </a:lnTo>
                  <a:lnTo>
                    <a:pt x="691" y="4836"/>
                  </a:lnTo>
                  <a:lnTo>
                    <a:pt x="691" y="2418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8"/>
            <p:cNvSpPr/>
            <p:nvPr/>
          </p:nvSpPr>
          <p:spPr>
            <a:xfrm>
              <a:off x="6964670" y="2694796"/>
              <a:ext cx="224523" cy="224982"/>
            </a:xfrm>
            <a:custGeom>
              <a:avLst/>
              <a:gdLst/>
              <a:ahLst/>
              <a:cxnLst/>
              <a:rect l="l" t="t" r="r" b="b"/>
              <a:pathLst>
                <a:path w="3417" h="3424" extrusionOk="0">
                  <a:moveTo>
                    <a:pt x="1" y="0"/>
                  </a:moveTo>
                  <a:lnTo>
                    <a:pt x="1709" y="1708"/>
                  </a:lnTo>
                  <a:lnTo>
                    <a:pt x="3417" y="3423"/>
                  </a:lnTo>
                  <a:lnTo>
                    <a:pt x="3417" y="2445"/>
                  </a:lnTo>
                  <a:lnTo>
                    <a:pt x="2191" y="1226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8"/>
            <p:cNvSpPr/>
            <p:nvPr/>
          </p:nvSpPr>
          <p:spPr>
            <a:xfrm>
              <a:off x="6555386" y="2286825"/>
              <a:ext cx="92976" cy="92910"/>
            </a:xfrm>
            <a:custGeom>
              <a:avLst/>
              <a:gdLst/>
              <a:ahLst/>
              <a:cxnLst/>
              <a:rect l="l" t="t" r="r" b="b"/>
              <a:pathLst>
                <a:path w="1415" h="1414" extrusionOk="0">
                  <a:moveTo>
                    <a:pt x="711" y="369"/>
                  </a:moveTo>
                  <a:cubicBezTo>
                    <a:pt x="892" y="369"/>
                    <a:pt x="1046" y="523"/>
                    <a:pt x="1046" y="704"/>
                  </a:cubicBezTo>
                  <a:cubicBezTo>
                    <a:pt x="1046" y="891"/>
                    <a:pt x="892" y="1039"/>
                    <a:pt x="711" y="1039"/>
                  </a:cubicBezTo>
                  <a:cubicBezTo>
                    <a:pt x="523" y="1039"/>
                    <a:pt x="376" y="891"/>
                    <a:pt x="376" y="704"/>
                  </a:cubicBezTo>
                  <a:cubicBezTo>
                    <a:pt x="376" y="523"/>
                    <a:pt x="530" y="369"/>
                    <a:pt x="711" y="369"/>
                  </a:cubicBezTo>
                  <a:close/>
                  <a:moveTo>
                    <a:pt x="711" y="0"/>
                  </a:moveTo>
                  <a:cubicBezTo>
                    <a:pt x="322" y="0"/>
                    <a:pt x="1" y="315"/>
                    <a:pt x="1" y="704"/>
                  </a:cubicBezTo>
                  <a:cubicBezTo>
                    <a:pt x="1" y="1092"/>
                    <a:pt x="322" y="1414"/>
                    <a:pt x="711" y="1414"/>
                  </a:cubicBezTo>
                  <a:cubicBezTo>
                    <a:pt x="1099" y="1414"/>
                    <a:pt x="1414" y="1092"/>
                    <a:pt x="1414" y="704"/>
                  </a:cubicBezTo>
                  <a:cubicBezTo>
                    <a:pt x="1414" y="315"/>
                    <a:pt x="1099" y="0"/>
                    <a:pt x="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8"/>
            <p:cNvSpPr/>
            <p:nvPr/>
          </p:nvSpPr>
          <p:spPr>
            <a:xfrm>
              <a:off x="8704438" y="4572685"/>
              <a:ext cx="92910" cy="92976"/>
            </a:xfrm>
            <a:custGeom>
              <a:avLst/>
              <a:gdLst/>
              <a:ahLst/>
              <a:cxnLst/>
              <a:rect l="l" t="t" r="r" b="b"/>
              <a:pathLst>
                <a:path w="1414" h="1415" extrusionOk="0">
                  <a:moveTo>
                    <a:pt x="703" y="376"/>
                  </a:moveTo>
                  <a:cubicBezTo>
                    <a:pt x="891" y="376"/>
                    <a:pt x="1038" y="523"/>
                    <a:pt x="1038" y="704"/>
                  </a:cubicBezTo>
                  <a:cubicBezTo>
                    <a:pt x="1038" y="892"/>
                    <a:pt x="891" y="1039"/>
                    <a:pt x="703" y="1039"/>
                  </a:cubicBezTo>
                  <a:cubicBezTo>
                    <a:pt x="523" y="1039"/>
                    <a:pt x="375" y="892"/>
                    <a:pt x="375" y="704"/>
                  </a:cubicBezTo>
                  <a:cubicBezTo>
                    <a:pt x="375" y="523"/>
                    <a:pt x="523" y="376"/>
                    <a:pt x="703" y="376"/>
                  </a:cubicBezTo>
                  <a:close/>
                  <a:moveTo>
                    <a:pt x="703" y="1"/>
                  </a:moveTo>
                  <a:cubicBezTo>
                    <a:pt x="315" y="1"/>
                    <a:pt x="0" y="316"/>
                    <a:pt x="0" y="704"/>
                  </a:cubicBezTo>
                  <a:cubicBezTo>
                    <a:pt x="0" y="1099"/>
                    <a:pt x="315" y="1414"/>
                    <a:pt x="703" y="1414"/>
                  </a:cubicBezTo>
                  <a:cubicBezTo>
                    <a:pt x="1099" y="1414"/>
                    <a:pt x="1413" y="1099"/>
                    <a:pt x="1413" y="704"/>
                  </a:cubicBezTo>
                  <a:cubicBezTo>
                    <a:pt x="1413" y="316"/>
                    <a:pt x="1099" y="1"/>
                    <a:pt x="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8"/>
            <p:cNvSpPr/>
            <p:nvPr/>
          </p:nvSpPr>
          <p:spPr>
            <a:xfrm>
              <a:off x="6612616" y="2347998"/>
              <a:ext cx="2150409" cy="2237143"/>
            </a:xfrm>
            <a:custGeom>
              <a:avLst/>
              <a:gdLst/>
              <a:ahLst/>
              <a:cxnLst/>
              <a:rect l="l" t="t" r="r" b="b"/>
              <a:pathLst>
                <a:path w="32727" h="34047" extrusionOk="0">
                  <a:moveTo>
                    <a:pt x="268" y="0"/>
                  </a:moveTo>
                  <a:lnTo>
                    <a:pt x="1" y="268"/>
                  </a:lnTo>
                  <a:lnTo>
                    <a:pt x="10476" y="10737"/>
                  </a:lnTo>
                  <a:lnTo>
                    <a:pt x="10530" y="10791"/>
                  </a:lnTo>
                  <a:lnTo>
                    <a:pt x="18299" y="10791"/>
                  </a:lnTo>
                  <a:lnTo>
                    <a:pt x="32359" y="24850"/>
                  </a:lnTo>
                  <a:lnTo>
                    <a:pt x="32359" y="34046"/>
                  </a:lnTo>
                  <a:lnTo>
                    <a:pt x="32727" y="34046"/>
                  </a:lnTo>
                  <a:lnTo>
                    <a:pt x="32727" y="24696"/>
                  </a:lnTo>
                  <a:lnTo>
                    <a:pt x="18507" y="10469"/>
                  </a:lnTo>
                  <a:lnTo>
                    <a:pt x="18454" y="10416"/>
                  </a:lnTo>
                  <a:lnTo>
                    <a:pt x="10684" y="104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8"/>
            <p:cNvSpPr/>
            <p:nvPr/>
          </p:nvSpPr>
          <p:spPr>
            <a:xfrm>
              <a:off x="7982656" y="3202247"/>
              <a:ext cx="572181" cy="571327"/>
            </a:xfrm>
            <a:custGeom>
              <a:avLst/>
              <a:gdLst/>
              <a:ahLst/>
              <a:cxnLst/>
              <a:rect l="l" t="t" r="r" b="b"/>
              <a:pathLst>
                <a:path w="8708" h="8695" extrusionOk="0">
                  <a:moveTo>
                    <a:pt x="0" y="0"/>
                  </a:moveTo>
                  <a:lnTo>
                    <a:pt x="0" y="154"/>
                  </a:lnTo>
                  <a:lnTo>
                    <a:pt x="3852" y="154"/>
                  </a:lnTo>
                  <a:lnTo>
                    <a:pt x="8560" y="4863"/>
                  </a:lnTo>
                  <a:lnTo>
                    <a:pt x="8560" y="8694"/>
                  </a:lnTo>
                  <a:lnTo>
                    <a:pt x="8708" y="8694"/>
                  </a:lnTo>
                  <a:lnTo>
                    <a:pt x="8708" y="4803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8"/>
            <p:cNvSpPr/>
            <p:nvPr/>
          </p:nvSpPr>
          <p:spPr>
            <a:xfrm>
              <a:off x="6926429" y="3380048"/>
              <a:ext cx="1379792" cy="1922470"/>
            </a:xfrm>
            <a:custGeom>
              <a:avLst/>
              <a:gdLst/>
              <a:ahLst/>
              <a:cxnLst/>
              <a:rect l="l" t="t" r="r" b="b"/>
              <a:pathLst>
                <a:path w="20999" h="29258" extrusionOk="0">
                  <a:moveTo>
                    <a:pt x="0" y="0"/>
                  </a:moveTo>
                  <a:lnTo>
                    <a:pt x="0" y="5399"/>
                  </a:lnTo>
                  <a:lnTo>
                    <a:pt x="9974" y="5399"/>
                  </a:lnTo>
                  <a:lnTo>
                    <a:pt x="16142" y="11561"/>
                  </a:lnTo>
                  <a:lnTo>
                    <a:pt x="16142" y="24569"/>
                  </a:lnTo>
                  <a:lnTo>
                    <a:pt x="20831" y="29257"/>
                  </a:lnTo>
                  <a:lnTo>
                    <a:pt x="20998" y="29090"/>
                  </a:lnTo>
                  <a:lnTo>
                    <a:pt x="16377" y="24475"/>
                  </a:lnTo>
                  <a:lnTo>
                    <a:pt x="16377" y="11467"/>
                  </a:lnTo>
                  <a:lnTo>
                    <a:pt x="10107" y="5198"/>
                  </a:lnTo>
                  <a:lnTo>
                    <a:pt x="10074" y="5164"/>
                  </a:lnTo>
                  <a:lnTo>
                    <a:pt x="235" y="5164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8"/>
            <p:cNvSpPr/>
            <p:nvPr/>
          </p:nvSpPr>
          <p:spPr>
            <a:xfrm>
              <a:off x="7676333" y="3814827"/>
              <a:ext cx="237730" cy="237730"/>
            </a:xfrm>
            <a:custGeom>
              <a:avLst/>
              <a:gdLst/>
              <a:ahLst/>
              <a:cxnLst/>
              <a:rect l="l" t="t" r="r" b="b"/>
              <a:pathLst>
                <a:path w="3618" h="3618" extrusionOk="0">
                  <a:moveTo>
                    <a:pt x="1" y="1"/>
                  </a:moveTo>
                  <a:lnTo>
                    <a:pt x="1" y="1032"/>
                  </a:lnTo>
                  <a:lnTo>
                    <a:pt x="1293" y="2325"/>
                  </a:lnTo>
                  <a:lnTo>
                    <a:pt x="2586" y="3618"/>
                  </a:lnTo>
                  <a:lnTo>
                    <a:pt x="3618" y="3618"/>
                  </a:lnTo>
                  <a:lnTo>
                    <a:pt x="1809" y="18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8"/>
            <p:cNvSpPr/>
            <p:nvPr/>
          </p:nvSpPr>
          <p:spPr>
            <a:xfrm>
              <a:off x="6905272" y="3329389"/>
              <a:ext cx="58151" cy="58611"/>
            </a:xfrm>
            <a:custGeom>
              <a:avLst/>
              <a:gdLst/>
              <a:ahLst/>
              <a:cxnLst/>
              <a:rect l="l" t="t" r="r" b="b"/>
              <a:pathLst>
                <a:path w="885" h="892" extrusionOk="0">
                  <a:moveTo>
                    <a:pt x="443" y="235"/>
                  </a:moveTo>
                  <a:cubicBezTo>
                    <a:pt x="557" y="235"/>
                    <a:pt x="650" y="329"/>
                    <a:pt x="650" y="450"/>
                  </a:cubicBezTo>
                  <a:cubicBezTo>
                    <a:pt x="650" y="564"/>
                    <a:pt x="557" y="657"/>
                    <a:pt x="443" y="657"/>
                  </a:cubicBezTo>
                  <a:cubicBezTo>
                    <a:pt x="322" y="657"/>
                    <a:pt x="228" y="564"/>
                    <a:pt x="228" y="450"/>
                  </a:cubicBezTo>
                  <a:cubicBezTo>
                    <a:pt x="228" y="329"/>
                    <a:pt x="322" y="235"/>
                    <a:pt x="443" y="235"/>
                  </a:cubicBezTo>
                  <a:close/>
                  <a:moveTo>
                    <a:pt x="443" y="1"/>
                  </a:moveTo>
                  <a:cubicBezTo>
                    <a:pt x="195" y="1"/>
                    <a:pt x="1" y="202"/>
                    <a:pt x="1" y="450"/>
                  </a:cubicBezTo>
                  <a:cubicBezTo>
                    <a:pt x="1" y="691"/>
                    <a:pt x="195" y="892"/>
                    <a:pt x="443" y="892"/>
                  </a:cubicBezTo>
                  <a:cubicBezTo>
                    <a:pt x="684" y="892"/>
                    <a:pt x="885" y="691"/>
                    <a:pt x="885" y="450"/>
                  </a:cubicBezTo>
                  <a:cubicBezTo>
                    <a:pt x="885" y="202"/>
                    <a:pt x="684" y="1"/>
                    <a:pt x="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8"/>
            <p:cNvSpPr/>
            <p:nvPr/>
          </p:nvSpPr>
          <p:spPr>
            <a:xfrm>
              <a:off x="7992774" y="4348232"/>
              <a:ext cx="497406" cy="704713"/>
            </a:xfrm>
            <a:custGeom>
              <a:avLst/>
              <a:gdLst/>
              <a:ahLst/>
              <a:cxnLst/>
              <a:rect l="l" t="t" r="r" b="b"/>
              <a:pathLst>
                <a:path w="7570" h="10725" extrusionOk="0">
                  <a:moveTo>
                    <a:pt x="67" y="1"/>
                  </a:moveTo>
                  <a:lnTo>
                    <a:pt x="0" y="68"/>
                  </a:lnTo>
                  <a:lnTo>
                    <a:pt x="4508" y="4576"/>
                  </a:lnTo>
                  <a:lnTo>
                    <a:pt x="4508" y="7730"/>
                  </a:lnTo>
                  <a:lnTo>
                    <a:pt x="7502" y="10724"/>
                  </a:lnTo>
                  <a:lnTo>
                    <a:pt x="7569" y="10657"/>
                  </a:lnTo>
                  <a:lnTo>
                    <a:pt x="4602" y="7697"/>
                  </a:lnTo>
                  <a:lnTo>
                    <a:pt x="4602" y="4535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8"/>
            <p:cNvSpPr/>
            <p:nvPr/>
          </p:nvSpPr>
          <p:spPr>
            <a:xfrm>
              <a:off x="6932145" y="3517769"/>
              <a:ext cx="355675" cy="209147"/>
            </a:xfrm>
            <a:custGeom>
              <a:avLst/>
              <a:gdLst/>
              <a:ahLst/>
              <a:cxnLst/>
              <a:rect l="l" t="t" r="r" b="b"/>
              <a:pathLst>
                <a:path w="5413" h="3183" extrusionOk="0">
                  <a:moveTo>
                    <a:pt x="67" y="1"/>
                  </a:moveTo>
                  <a:lnTo>
                    <a:pt x="0" y="68"/>
                  </a:lnTo>
                  <a:lnTo>
                    <a:pt x="1614" y="1682"/>
                  </a:lnTo>
                  <a:lnTo>
                    <a:pt x="3845" y="1682"/>
                  </a:lnTo>
                  <a:lnTo>
                    <a:pt x="5345" y="3182"/>
                  </a:lnTo>
                  <a:lnTo>
                    <a:pt x="5412" y="3115"/>
                  </a:lnTo>
                  <a:lnTo>
                    <a:pt x="3885" y="1588"/>
                  </a:lnTo>
                  <a:lnTo>
                    <a:pt x="1648" y="1588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0" name="Google Shape;1790;p48"/>
            <p:cNvGrpSpPr/>
            <p:nvPr/>
          </p:nvGrpSpPr>
          <p:grpSpPr>
            <a:xfrm>
              <a:off x="7980422" y="3549439"/>
              <a:ext cx="1033430" cy="391808"/>
              <a:chOff x="906072" y="1190552"/>
              <a:chExt cx="1033430" cy="391808"/>
            </a:xfrm>
          </p:grpSpPr>
          <p:sp>
            <p:nvSpPr>
              <p:cNvPr id="1791" name="Google Shape;1791;p48"/>
              <p:cNvSpPr/>
              <p:nvPr/>
            </p:nvSpPr>
            <p:spPr>
              <a:xfrm>
                <a:off x="1054436" y="1529465"/>
                <a:ext cx="52435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690" y="0"/>
                    </a:moveTo>
                    <a:lnTo>
                      <a:pt x="0" y="690"/>
                    </a:lnTo>
                    <a:lnTo>
                      <a:pt x="107" y="798"/>
                    </a:lnTo>
                    <a:lnTo>
                      <a:pt x="797" y="108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8"/>
              <p:cNvSpPr/>
              <p:nvPr/>
            </p:nvSpPr>
            <p:spPr>
              <a:xfrm>
                <a:off x="1054436" y="1529925"/>
                <a:ext cx="52435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107" y="0"/>
                    </a:moveTo>
                    <a:lnTo>
                      <a:pt x="0" y="107"/>
                    </a:lnTo>
                    <a:lnTo>
                      <a:pt x="690" y="797"/>
                    </a:lnTo>
                    <a:lnTo>
                      <a:pt x="797" y="690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8"/>
              <p:cNvSpPr/>
              <p:nvPr/>
            </p:nvSpPr>
            <p:spPr>
              <a:xfrm>
                <a:off x="1201815" y="1529465"/>
                <a:ext cx="52500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8" extrusionOk="0">
                    <a:moveTo>
                      <a:pt x="691" y="0"/>
                    </a:moveTo>
                    <a:lnTo>
                      <a:pt x="1" y="690"/>
                    </a:lnTo>
                    <a:lnTo>
                      <a:pt x="115" y="798"/>
                    </a:lnTo>
                    <a:lnTo>
                      <a:pt x="798" y="108"/>
                    </a:lnTo>
                    <a:lnTo>
                      <a:pt x="6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8"/>
              <p:cNvSpPr/>
              <p:nvPr/>
            </p:nvSpPr>
            <p:spPr>
              <a:xfrm>
                <a:off x="1201815" y="1529925"/>
                <a:ext cx="52500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8" extrusionOk="0">
                    <a:moveTo>
                      <a:pt x="115" y="0"/>
                    </a:moveTo>
                    <a:lnTo>
                      <a:pt x="1" y="107"/>
                    </a:lnTo>
                    <a:lnTo>
                      <a:pt x="691" y="797"/>
                    </a:lnTo>
                    <a:lnTo>
                      <a:pt x="798" y="69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48"/>
              <p:cNvSpPr/>
              <p:nvPr/>
            </p:nvSpPr>
            <p:spPr>
              <a:xfrm>
                <a:off x="906072" y="1409288"/>
                <a:ext cx="52435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691" y="1"/>
                    </a:moveTo>
                    <a:lnTo>
                      <a:pt x="1" y="691"/>
                    </a:lnTo>
                    <a:lnTo>
                      <a:pt x="108" y="798"/>
                    </a:lnTo>
                    <a:lnTo>
                      <a:pt x="798" y="108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48"/>
              <p:cNvSpPr/>
              <p:nvPr/>
            </p:nvSpPr>
            <p:spPr>
              <a:xfrm>
                <a:off x="906072" y="1409288"/>
                <a:ext cx="52435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108" y="1"/>
                    </a:moveTo>
                    <a:lnTo>
                      <a:pt x="1" y="108"/>
                    </a:lnTo>
                    <a:lnTo>
                      <a:pt x="691" y="798"/>
                    </a:lnTo>
                    <a:lnTo>
                      <a:pt x="798" y="691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8"/>
              <p:cNvSpPr/>
              <p:nvPr/>
            </p:nvSpPr>
            <p:spPr>
              <a:xfrm>
                <a:off x="1053516" y="1409288"/>
                <a:ext cx="52435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691" y="1"/>
                    </a:moveTo>
                    <a:lnTo>
                      <a:pt x="1" y="691"/>
                    </a:lnTo>
                    <a:lnTo>
                      <a:pt x="108" y="798"/>
                    </a:lnTo>
                    <a:lnTo>
                      <a:pt x="798" y="108"/>
                    </a:lnTo>
                    <a:lnTo>
                      <a:pt x="69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8"/>
              <p:cNvSpPr/>
              <p:nvPr/>
            </p:nvSpPr>
            <p:spPr>
              <a:xfrm>
                <a:off x="1053516" y="1409288"/>
                <a:ext cx="52435" cy="5243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798" extrusionOk="0">
                    <a:moveTo>
                      <a:pt x="108" y="1"/>
                    </a:moveTo>
                    <a:lnTo>
                      <a:pt x="1" y="108"/>
                    </a:lnTo>
                    <a:lnTo>
                      <a:pt x="691" y="798"/>
                    </a:lnTo>
                    <a:lnTo>
                      <a:pt x="798" y="691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8"/>
              <p:cNvSpPr/>
              <p:nvPr/>
            </p:nvSpPr>
            <p:spPr>
              <a:xfrm>
                <a:off x="1759923" y="1190552"/>
                <a:ext cx="179579" cy="29174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444" extrusionOk="0">
                    <a:moveTo>
                      <a:pt x="0" y="1"/>
                    </a:moveTo>
                    <a:lnTo>
                      <a:pt x="0" y="443"/>
                    </a:lnTo>
                    <a:lnTo>
                      <a:pt x="2733" y="443"/>
                    </a:lnTo>
                    <a:lnTo>
                      <a:pt x="273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8"/>
              <p:cNvSpPr/>
              <p:nvPr/>
            </p:nvSpPr>
            <p:spPr>
              <a:xfrm>
                <a:off x="1635344" y="1190552"/>
                <a:ext cx="89822" cy="29174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444" extrusionOk="0">
                    <a:moveTo>
                      <a:pt x="0" y="1"/>
                    </a:moveTo>
                    <a:lnTo>
                      <a:pt x="0" y="443"/>
                    </a:lnTo>
                    <a:lnTo>
                      <a:pt x="1367" y="443"/>
                    </a:lnTo>
                    <a:lnTo>
                      <a:pt x="13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8"/>
              <p:cNvSpPr/>
              <p:nvPr/>
            </p:nvSpPr>
            <p:spPr>
              <a:xfrm>
                <a:off x="1580348" y="1190552"/>
                <a:ext cx="28648" cy="29174"/>
              </a:xfrm>
              <a:custGeom>
                <a:avLst/>
                <a:gdLst/>
                <a:ahLst/>
                <a:cxnLst/>
                <a:rect l="l" t="t" r="r" b="b"/>
                <a:pathLst>
                  <a:path w="436" h="444" extrusionOk="0">
                    <a:moveTo>
                      <a:pt x="0" y="1"/>
                    </a:moveTo>
                    <a:lnTo>
                      <a:pt x="0" y="443"/>
                    </a:lnTo>
                    <a:lnTo>
                      <a:pt x="436" y="443"/>
                    </a:lnTo>
                    <a:lnTo>
                      <a:pt x="43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2" name="Google Shape;1802;p48"/>
            <p:cNvSpPr/>
            <p:nvPr/>
          </p:nvSpPr>
          <p:spPr>
            <a:xfrm flipH="1">
              <a:off x="8028206" y="2611635"/>
              <a:ext cx="40082" cy="40082"/>
            </a:xfrm>
            <a:custGeom>
              <a:avLst/>
              <a:gdLst/>
              <a:ahLst/>
              <a:cxnLst/>
              <a:rect l="l" t="t" r="r" b="b"/>
              <a:pathLst>
                <a:path w="610" h="610" extrusionOk="0">
                  <a:moveTo>
                    <a:pt x="522" y="0"/>
                  </a:moveTo>
                  <a:lnTo>
                    <a:pt x="0" y="523"/>
                  </a:lnTo>
                  <a:lnTo>
                    <a:pt x="87" y="610"/>
                  </a:lnTo>
                  <a:lnTo>
                    <a:pt x="610" y="8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8"/>
            <p:cNvSpPr/>
            <p:nvPr/>
          </p:nvSpPr>
          <p:spPr>
            <a:xfrm flipH="1">
              <a:off x="8028206" y="2612029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87" y="1"/>
                  </a:moveTo>
                  <a:lnTo>
                    <a:pt x="0" y="88"/>
                  </a:lnTo>
                  <a:lnTo>
                    <a:pt x="522" y="604"/>
                  </a:lnTo>
                  <a:lnTo>
                    <a:pt x="610" y="523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8"/>
            <p:cNvSpPr/>
            <p:nvPr/>
          </p:nvSpPr>
          <p:spPr>
            <a:xfrm flipH="1">
              <a:off x="8140432" y="2612029"/>
              <a:ext cx="39687" cy="40147"/>
            </a:xfrm>
            <a:custGeom>
              <a:avLst/>
              <a:gdLst/>
              <a:ahLst/>
              <a:cxnLst/>
              <a:rect l="l" t="t" r="r" b="b"/>
              <a:pathLst>
                <a:path w="604" h="611" extrusionOk="0">
                  <a:moveTo>
                    <a:pt x="523" y="1"/>
                  </a:moveTo>
                  <a:lnTo>
                    <a:pt x="1" y="523"/>
                  </a:lnTo>
                  <a:lnTo>
                    <a:pt x="81" y="610"/>
                  </a:lnTo>
                  <a:lnTo>
                    <a:pt x="604" y="88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8"/>
            <p:cNvSpPr/>
            <p:nvPr/>
          </p:nvSpPr>
          <p:spPr>
            <a:xfrm flipH="1">
              <a:off x="8140432" y="2612029"/>
              <a:ext cx="39687" cy="40147"/>
            </a:xfrm>
            <a:custGeom>
              <a:avLst/>
              <a:gdLst/>
              <a:ahLst/>
              <a:cxnLst/>
              <a:rect l="l" t="t" r="r" b="b"/>
              <a:pathLst>
                <a:path w="604" h="611" extrusionOk="0">
                  <a:moveTo>
                    <a:pt x="81" y="1"/>
                  </a:moveTo>
                  <a:lnTo>
                    <a:pt x="1" y="88"/>
                  </a:lnTo>
                  <a:lnTo>
                    <a:pt x="523" y="610"/>
                  </a:lnTo>
                  <a:lnTo>
                    <a:pt x="604" y="523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8"/>
            <p:cNvSpPr/>
            <p:nvPr/>
          </p:nvSpPr>
          <p:spPr>
            <a:xfrm flipH="1">
              <a:off x="7915980" y="2703164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523" y="0"/>
                  </a:moveTo>
                  <a:lnTo>
                    <a:pt x="1" y="523"/>
                  </a:lnTo>
                  <a:lnTo>
                    <a:pt x="81" y="610"/>
                  </a:lnTo>
                  <a:lnTo>
                    <a:pt x="604" y="87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flipH="1">
              <a:off x="7915980" y="2703164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81" y="0"/>
                  </a:moveTo>
                  <a:lnTo>
                    <a:pt x="1" y="87"/>
                  </a:lnTo>
                  <a:lnTo>
                    <a:pt x="523" y="610"/>
                  </a:lnTo>
                  <a:lnTo>
                    <a:pt x="604" y="52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8"/>
            <p:cNvSpPr/>
            <p:nvPr/>
          </p:nvSpPr>
          <p:spPr>
            <a:xfrm flipH="1">
              <a:off x="8027746" y="2703624"/>
              <a:ext cx="39687" cy="39622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516" y="0"/>
                  </a:moveTo>
                  <a:lnTo>
                    <a:pt x="0" y="522"/>
                  </a:lnTo>
                  <a:lnTo>
                    <a:pt x="81" y="603"/>
                  </a:lnTo>
                  <a:lnTo>
                    <a:pt x="603" y="80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8"/>
            <p:cNvSpPr/>
            <p:nvPr/>
          </p:nvSpPr>
          <p:spPr>
            <a:xfrm flipH="1">
              <a:off x="8027746" y="2703164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81" y="0"/>
                  </a:moveTo>
                  <a:lnTo>
                    <a:pt x="0" y="87"/>
                  </a:lnTo>
                  <a:lnTo>
                    <a:pt x="523" y="610"/>
                  </a:lnTo>
                  <a:lnTo>
                    <a:pt x="603" y="52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8"/>
            <p:cNvSpPr/>
            <p:nvPr/>
          </p:nvSpPr>
          <p:spPr>
            <a:xfrm flipH="1">
              <a:off x="7999155" y="1978751"/>
              <a:ext cx="473620" cy="473620"/>
            </a:xfrm>
            <a:custGeom>
              <a:avLst/>
              <a:gdLst/>
              <a:ahLst/>
              <a:cxnLst/>
              <a:rect l="l" t="t" r="r" b="b"/>
              <a:pathLst>
                <a:path w="7208" h="7208" fill="none" extrusionOk="0">
                  <a:moveTo>
                    <a:pt x="7208" y="3604"/>
                  </a:moveTo>
                  <a:cubicBezTo>
                    <a:pt x="7208" y="5593"/>
                    <a:pt x="5593" y="7207"/>
                    <a:pt x="3604" y="7207"/>
                  </a:cubicBezTo>
                  <a:cubicBezTo>
                    <a:pt x="1615" y="7207"/>
                    <a:pt x="1" y="5593"/>
                    <a:pt x="1" y="3604"/>
                  </a:cubicBezTo>
                  <a:cubicBezTo>
                    <a:pt x="1" y="1615"/>
                    <a:pt x="1615" y="0"/>
                    <a:pt x="3604" y="0"/>
                  </a:cubicBezTo>
                  <a:cubicBezTo>
                    <a:pt x="5593" y="0"/>
                    <a:pt x="7208" y="1615"/>
                    <a:pt x="7208" y="360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8"/>
            <p:cNvSpPr/>
            <p:nvPr/>
          </p:nvSpPr>
          <p:spPr>
            <a:xfrm flipH="1">
              <a:off x="8101269" y="1876643"/>
              <a:ext cx="136015" cy="21618"/>
            </a:xfrm>
            <a:custGeom>
              <a:avLst/>
              <a:gdLst/>
              <a:ahLst/>
              <a:cxnLst/>
              <a:rect l="l" t="t" r="r" b="b"/>
              <a:pathLst>
                <a:path w="2070" h="329" extrusionOk="0">
                  <a:moveTo>
                    <a:pt x="0" y="1"/>
                  </a:moveTo>
                  <a:lnTo>
                    <a:pt x="0" y="329"/>
                  </a:lnTo>
                  <a:lnTo>
                    <a:pt x="2070" y="329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8"/>
            <p:cNvSpPr/>
            <p:nvPr/>
          </p:nvSpPr>
          <p:spPr>
            <a:xfrm flipH="1">
              <a:off x="8007048" y="1876643"/>
              <a:ext cx="67876" cy="21618"/>
            </a:xfrm>
            <a:custGeom>
              <a:avLst/>
              <a:gdLst/>
              <a:ahLst/>
              <a:cxnLst/>
              <a:rect l="l" t="t" r="r" b="b"/>
              <a:pathLst>
                <a:path w="1033" h="329" extrusionOk="0">
                  <a:moveTo>
                    <a:pt x="1" y="1"/>
                  </a:moveTo>
                  <a:lnTo>
                    <a:pt x="1" y="329"/>
                  </a:lnTo>
                  <a:lnTo>
                    <a:pt x="1032" y="329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8"/>
            <p:cNvSpPr/>
            <p:nvPr/>
          </p:nvSpPr>
          <p:spPr>
            <a:xfrm flipH="1">
              <a:off x="7965260" y="1876643"/>
              <a:ext cx="21618" cy="21618"/>
            </a:xfrm>
            <a:custGeom>
              <a:avLst/>
              <a:gdLst/>
              <a:ahLst/>
              <a:cxnLst/>
              <a:rect l="l" t="t" r="r" b="b"/>
              <a:pathLst>
                <a:path w="329" h="329" extrusionOk="0">
                  <a:moveTo>
                    <a:pt x="0" y="1"/>
                  </a:moveTo>
                  <a:lnTo>
                    <a:pt x="0" y="329"/>
                  </a:lnTo>
                  <a:lnTo>
                    <a:pt x="328" y="329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8"/>
            <p:cNvSpPr/>
            <p:nvPr/>
          </p:nvSpPr>
          <p:spPr>
            <a:xfrm flipH="1">
              <a:off x="7954680" y="2445266"/>
              <a:ext cx="67876" cy="11039"/>
            </a:xfrm>
            <a:custGeom>
              <a:avLst/>
              <a:gdLst/>
              <a:ahLst/>
              <a:cxnLst/>
              <a:rect l="l" t="t" r="r" b="b"/>
              <a:pathLst>
                <a:path w="1033" h="168" extrusionOk="0">
                  <a:moveTo>
                    <a:pt x="1" y="0"/>
                  </a:moveTo>
                  <a:lnTo>
                    <a:pt x="1" y="168"/>
                  </a:lnTo>
                  <a:lnTo>
                    <a:pt x="1032" y="168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8"/>
            <p:cNvSpPr/>
            <p:nvPr/>
          </p:nvSpPr>
          <p:spPr>
            <a:xfrm flipH="1">
              <a:off x="7907635" y="2445266"/>
              <a:ext cx="33905" cy="11039"/>
            </a:xfrm>
            <a:custGeom>
              <a:avLst/>
              <a:gdLst/>
              <a:ahLst/>
              <a:cxnLst/>
              <a:rect l="l" t="t" r="r" b="b"/>
              <a:pathLst>
                <a:path w="516" h="168" extrusionOk="0">
                  <a:moveTo>
                    <a:pt x="0" y="0"/>
                  </a:moveTo>
                  <a:lnTo>
                    <a:pt x="0" y="168"/>
                  </a:lnTo>
                  <a:lnTo>
                    <a:pt x="516" y="16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8"/>
            <p:cNvSpPr/>
            <p:nvPr/>
          </p:nvSpPr>
          <p:spPr>
            <a:xfrm flipH="1">
              <a:off x="7886478" y="2445266"/>
              <a:ext cx="11105" cy="11039"/>
            </a:xfrm>
            <a:custGeom>
              <a:avLst/>
              <a:gdLst/>
              <a:ahLst/>
              <a:cxnLst/>
              <a:rect l="l" t="t" r="r" b="b"/>
              <a:pathLst>
                <a:path w="16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168" y="16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8" name="Google Shape;3058;p72"/>
          <p:cNvGrpSpPr/>
          <p:nvPr/>
        </p:nvGrpSpPr>
        <p:grpSpPr>
          <a:xfrm>
            <a:off x="5697711" y="795780"/>
            <a:ext cx="4104133" cy="5673294"/>
            <a:chOff x="5697711" y="795780"/>
            <a:chExt cx="4104133" cy="5673294"/>
          </a:xfrm>
        </p:grpSpPr>
        <p:sp>
          <p:nvSpPr>
            <p:cNvPr id="3059" name="Google Shape;3059;p72"/>
            <p:cNvSpPr/>
            <p:nvPr/>
          </p:nvSpPr>
          <p:spPr>
            <a:xfrm flipH="1">
              <a:off x="7129292" y="2404113"/>
              <a:ext cx="1690523" cy="1117947"/>
            </a:xfrm>
            <a:custGeom>
              <a:avLst/>
              <a:gdLst/>
              <a:ahLst/>
              <a:cxnLst/>
              <a:rect l="l" t="t" r="r" b="b"/>
              <a:pathLst>
                <a:path w="25728" h="17014" extrusionOk="0">
                  <a:moveTo>
                    <a:pt x="0" y="1"/>
                  </a:moveTo>
                  <a:lnTo>
                    <a:pt x="4876" y="4883"/>
                  </a:lnTo>
                  <a:lnTo>
                    <a:pt x="4876" y="6116"/>
                  </a:lnTo>
                  <a:lnTo>
                    <a:pt x="9465" y="10704"/>
                  </a:lnTo>
                  <a:lnTo>
                    <a:pt x="11829" y="10704"/>
                  </a:lnTo>
                  <a:lnTo>
                    <a:pt x="18145" y="17013"/>
                  </a:lnTo>
                  <a:lnTo>
                    <a:pt x="25727" y="17013"/>
                  </a:lnTo>
                  <a:lnTo>
                    <a:pt x="22934" y="14227"/>
                  </a:lnTo>
                  <a:lnTo>
                    <a:pt x="22934" y="12178"/>
                  </a:lnTo>
                  <a:lnTo>
                    <a:pt x="18534" y="7784"/>
                  </a:lnTo>
                  <a:lnTo>
                    <a:pt x="15077" y="7784"/>
                  </a:lnTo>
                  <a:lnTo>
                    <a:pt x="7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72"/>
            <p:cNvSpPr/>
            <p:nvPr/>
          </p:nvSpPr>
          <p:spPr>
            <a:xfrm flipH="1">
              <a:off x="6587554" y="3789992"/>
              <a:ext cx="1209478" cy="713912"/>
            </a:xfrm>
            <a:custGeom>
              <a:avLst/>
              <a:gdLst/>
              <a:ahLst/>
              <a:cxnLst/>
              <a:rect l="l" t="t" r="r" b="b"/>
              <a:pathLst>
                <a:path w="18407" h="10865" extrusionOk="0">
                  <a:moveTo>
                    <a:pt x="0" y="1"/>
                  </a:moveTo>
                  <a:lnTo>
                    <a:pt x="8761" y="8768"/>
                  </a:lnTo>
                  <a:lnTo>
                    <a:pt x="9512" y="8768"/>
                  </a:lnTo>
                  <a:lnTo>
                    <a:pt x="11608" y="10865"/>
                  </a:lnTo>
                  <a:lnTo>
                    <a:pt x="18407" y="10824"/>
                  </a:lnTo>
                  <a:lnTo>
                    <a:pt x="11159" y="3577"/>
                  </a:lnTo>
                  <a:lnTo>
                    <a:pt x="7904" y="3577"/>
                  </a:lnTo>
                  <a:lnTo>
                    <a:pt x="43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72"/>
            <p:cNvSpPr/>
            <p:nvPr/>
          </p:nvSpPr>
          <p:spPr>
            <a:xfrm rot="10800000">
              <a:off x="7254481" y="887309"/>
              <a:ext cx="40082" cy="40082"/>
            </a:xfrm>
            <a:custGeom>
              <a:avLst/>
              <a:gdLst/>
              <a:ahLst/>
              <a:cxnLst/>
              <a:rect l="l" t="t" r="r" b="b"/>
              <a:pathLst>
                <a:path w="610" h="610" extrusionOk="0">
                  <a:moveTo>
                    <a:pt x="522" y="0"/>
                  </a:moveTo>
                  <a:lnTo>
                    <a:pt x="0" y="523"/>
                  </a:lnTo>
                  <a:lnTo>
                    <a:pt x="87" y="610"/>
                  </a:lnTo>
                  <a:lnTo>
                    <a:pt x="610" y="87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72"/>
            <p:cNvSpPr/>
            <p:nvPr/>
          </p:nvSpPr>
          <p:spPr>
            <a:xfrm rot="10800000">
              <a:off x="7254481" y="887309"/>
              <a:ext cx="40082" cy="39687"/>
            </a:xfrm>
            <a:custGeom>
              <a:avLst/>
              <a:gdLst/>
              <a:ahLst/>
              <a:cxnLst/>
              <a:rect l="l" t="t" r="r" b="b"/>
              <a:pathLst>
                <a:path w="610" h="604" extrusionOk="0">
                  <a:moveTo>
                    <a:pt x="87" y="1"/>
                  </a:moveTo>
                  <a:lnTo>
                    <a:pt x="0" y="88"/>
                  </a:lnTo>
                  <a:lnTo>
                    <a:pt x="522" y="604"/>
                  </a:lnTo>
                  <a:lnTo>
                    <a:pt x="610" y="523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72"/>
            <p:cNvSpPr/>
            <p:nvPr/>
          </p:nvSpPr>
          <p:spPr>
            <a:xfrm rot="10800000">
              <a:off x="7366707" y="886849"/>
              <a:ext cx="39687" cy="40147"/>
            </a:xfrm>
            <a:custGeom>
              <a:avLst/>
              <a:gdLst/>
              <a:ahLst/>
              <a:cxnLst/>
              <a:rect l="l" t="t" r="r" b="b"/>
              <a:pathLst>
                <a:path w="604" h="611" extrusionOk="0">
                  <a:moveTo>
                    <a:pt x="523" y="1"/>
                  </a:moveTo>
                  <a:lnTo>
                    <a:pt x="1" y="523"/>
                  </a:lnTo>
                  <a:lnTo>
                    <a:pt x="81" y="610"/>
                  </a:lnTo>
                  <a:lnTo>
                    <a:pt x="604" y="88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2"/>
            <p:cNvSpPr/>
            <p:nvPr/>
          </p:nvSpPr>
          <p:spPr>
            <a:xfrm rot="10800000">
              <a:off x="7366707" y="886849"/>
              <a:ext cx="39687" cy="40147"/>
            </a:xfrm>
            <a:custGeom>
              <a:avLst/>
              <a:gdLst/>
              <a:ahLst/>
              <a:cxnLst/>
              <a:rect l="l" t="t" r="r" b="b"/>
              <a:pathLst>
                <a:path w="604" h="611" extrusionOk="0">
                  <a:moveTo>
                    <a:pt x="81" y="1"/>
                  </a:moveTo>
                  <a:lnTo>
                    <a:pt x="1" y="88"/>
                  </a:lnTo>
                  <a:lnTo>
                    <a:pt x="523" y="610"/>
                  </a:lnTo>
                  <a:lnTo>
                    <a:pt x="604" y="523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2"/>
            <p:cNvSpPr/>
            <p:nvPr/>
          </p:nvSpPr>
          <p:spPr>
            <a:xfrm rot="10800000">
              <a:off x="7142255" y="795780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523" y="0"/>
                  </a:moveTo>
                  <a:lnTo>
                    <a:pt x="1" y="523"/>
                  </a:lnTo>
                  <a:lnTo>
                    <a:pt x="81" y="610"/>
                  </a:lnTo>
                  <a:lnTo>
                    <a:pt x="604" y="87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2"/>
            <p:cNvSpPr/>
            <p:nvPr/>
          </p:nvSpPr>
          <p:spPr>
            <a:xfrm rot="10800000">
              <a:off x="7142255" y="795780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81" y="0"/>
                  </a:moveTo>
                  <a:lnTo>
                    <a:pt x="1" y="87"/>
                  </a:lnTo>
                  <a:lnTo>
                    <a:pt x="523" y="610"/>
                  </a:lnTo>
                  <a:lnTo>
                    <a:pt x="604" y="52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72"/>
            <p:cNvSpPr/>
            <p:nvPr/>
          </p:nvSpPr>
          <p:spPr>
            <a:xfrm rot="10800000">
              <a:off x="7254021" y="795780"/>
              <a:ext cx="39687" cy="39622"/>
            </a:xfrm>
            <a:custGeom>
              <a:avLst/>
              <a:gdLst/>
              <a:ahLst/>
              <a:cxnLst/>
              <a:rect l="l" t="t" r="r" b="b"/>
              <a:pathLst>
                <a:path w="604" h="603" extrusionOk="0">
                  <a:moveTo>
                    <a:pt x="516" y="0"/>
                  </a:moveTo>
                  <a:lnTo>
                    <a:pt x="0" y="522"/>
                  </a:lnTo>
                  <a:lnTo>
                    <a:pt x="81" y="603"/>
                  </a:lnTo>
                  <a:lnTo>
                    <a:pt x="603" y="80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72"/>
            <p:cNvSpPr/>
            <p:nvPr/>
          </p:nvSpPr>
          <p:spPr>
            <a:xfrm rot="10800000">
              <a:off x="7254021" y="795780"/>
              <a:ext cx="39687" cy="40082"/>
            </a:xfrm>
            <a:custGeom>
              <a:avLst/>
              <a:gdLst/>
              <a:ahLst/>
              <a:cxnLst/>
              <a:rect l="l" t="t" r="r" b="b"/>
              <a:pathLst>
                <a:path w="604" h="610" extrusionOk="0">
                  <a:moveTo>
                    <a:pt x="81" y="0"/>
                  </a:moveTo>
                  <a:lnTo>
                    <a:pt x="0" y="87"/>
                  </a:lnTo>
                  <a:lnTo>
                    <a:pt x="523" y="610"/>
                  </a:lnTo>
                  <a:lnTo>
                    <a:pt x="603" y="523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72"/>
            <p:cNvSpPr/>
            <p:nvPr/>
          </p:nvSpPr>
          <p:spPr>
            <a:xfrm rot="10800000">
              <a:off x="7933094" y="1283843"/>
              <a:ext cx="38833" cy="271569"/>
            </a:xfrm>
            <a:custGeom>
              <a:avLst/>
              <a:gdLst/>
              <a:ahLst/>
              <a:cxnLst/>
              <a:rect l="l" t="t" r="r" b="b"/>
              <a:pathLst>
                <a:path w="591" h="4133" extrusionOk="0">
                  <a:moveTo>
                    <a:pt x="590" y="0"/>
                  </a:moveTo>
                  <a:lnTo>
                    <a:pt x="1" y="590"/>
                  </a:lnTo>
                  <a:lnTo>
                    <a:pt x="1" y="2063"/>
                  </a:lnTo>
                  <a:lnTo>
                    <a:pt x="1" y="3543"/>
                  </a:lnTo>
                  <a:lnTo>
                    <a:pt x="590" y="4133"/>
                  </a:lnTo>
                  <a:lnTo>
                    <a:pt x="590" y="2063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72"/>
            <p:cNvSpPr/>
            <p:nvPr/>
          </p:nvSpPr>
          <p:spPr>
            <a:xfrm rot="10800000">
              <a:off x="9260421" y="2539888"/>
              <a:ext cx="191997" cy="191932"/>
            </a:xfrm>
            <a:custGeom>
              <a:avLst/>
              <a:gdLst/>
              <a:ahLst/>
              <a:cxnLst/>
              <a:rect l="l" t="t" r="r" b="b"/>
              <a:pathLst>
                <a:path w="2922" h="2921" extrusionOk="0">
                  <a:moveTo>
                    <a:pt x="1" y="0"/>
                  </a:moveTo>
                  <a:lnTo>
                    <a:pt x="1461" y="1461"/>
                  </a:lnTo>
                  <a:lnTo>
                    <a:pt x="2921" y="2921"/>
                  </a:lnTo>
                  <a:lnTo>
                    <a:pt x="2921" y="2090"/>
                  </a:lnTo>
                  <a:lnTo>
                    <a:pt x="1876" y="1045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72"/>
            <p:cNvSpPr/>
            <p:nvPr/>
          </p:nvSpPr>
          <p:spPr>
            <a:xfrm rot="10800000">
              <a:off x="9722141" y="3001083"/>
              <a:ext cx="79703" cy="79309"/>
            </a:xfrm>
            <a:custGeom>
              <a:avLst/>
              <a:gdLst/>
              <a:ahLst/>
              <a:cxnLst/>
              <a:rect l="l" t="t" r="r" b="b"/>
              <a:pathLst>
                <a:path w="1213" h="1207" extrusionOk="0">
                  <a:moveTo>
                    <a:pt x="610" y="322"/>
                  </a:moveTo>
                  <a:cubicBezTo>
                    <a:pt x="764" y="322"/>
                    <a:pt x="891" y="449"/>
                    <a:pt x="891" y="603"/>
                  </a:cubicBezTo>
                  <a:cubicBezTo>
                    <a:pt x="891" y="764"/>
                    <a:pt x="764" y="891"/>
                    <a:pt x="610" y="891"/>
                  </a:cubicBezTo>
                  <a:cubicBezTo>
                    <a:pt x="449" y="891"/>
                    <a:pt x="322" y="764"/>
                    <a:pt x="322" y="603"/>
                  </a:cubicBezTo>
                  <a:cubicBezTo>
                    <a:pt x="322" y="449"/>
                    <a:pt x="449" y="322"/>
                    <a:pt x="610" y="322"/>
                  </a:cubicBezTo>
                  <a:close/>
                  <a:moveTo>
                    <a:pt x="610" y="1"/>
                  </a:moveTo>
                  <a:cubicBezTo>
                    <a:pt x="275" y="1"/>
                    <a:pt x="1" y="275"/>
                    <a:pt x="1" y="603"/>
                  </a:cubicBezTo>
                  <a:cubicBezTo>
                    <a:pt x="1" y="938"/>
                    <a:pt x="275" y="1206"/>
                    <a:pt x="610" y="1206"/>
                  </a:cubicBezTo>
                  <a:cubicBezTo>
                    <a:pt x="938" y="1206"/>
                    <a:pt x="1213" y="938"/>
                    <a:pt x="1213" y="603"/>
                  </a:cubicBezTo>
                  <a:cubicBezTo>
                    <a:pt x="1213" y="268"/>
                    <a:pt x="938" y="1"/>
                    <a:pt x="6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72"/>
            <p:cNvSpPr/>
            <p:nvPr/>
          </p:nvSpPr>
          <p:spPr>
            <a:xfrm rot="10800000">
              <a:off x="7886902" y="1048355"/>
              <a:ext cx="79309" cy="79309"/>
            </a:xfrm>
            <a:custGeom>
              <a:avLst/>
              <a:gdLst/>
              <a:ahLst/>
              <a:cxnLst/>
              <a:rect l="l" t="t" r="r" b="b"/>
              <a:pathLst>
                <a:path w="1207" h="1207" extrusionOk="0">
                  <a:moveTo>
                    <a:pt x="604" y="315"/>
                  </a:moveTo>
                  <a:cubicBezTo>
                    <a:pt x="758" y="315"/>
                    <a:pt x="885" y="443"/>
                    <a:pt x="885" y="603"/>
                  </a:cubicBezTo>
                  <a:cubicBezTo>
                    <a:pt x="885" y="757"/>
                    <a:pt x="758" y="885"/>
                    <a:pt x="604" y="885"/>
                  </a:cubicBezTo>
                  <a:cubicBezTo>
                    <a:pt x="443" y="885"/>
                    <a:pt x="316" y="757"/>
                    <a:pt x="316" y="603"/>
                  </a:cubicBezTo>
                  <a:cubicBezTo>
                    <a:pt x="316" y="443"/>
                    <a:pt x="443" y="315"/>
                    <a:pt x="604" y="315"/>
                  </a:cubicBezTo>
                  <a:close/>
                  <a:moveTo>
                    <a:pt x="604" y="1"/>
                  </a:moveTo>
                  <a:cubicBezTo>
                    <a:pt x="269" y="1"/>
                    <a:pt x="1" y="269"/>
                    <a:pt x="1" y="603"/>
                  </a:cubicBezTo>
                  <a:cubicBezTo>
                    <a:pt x="1" y="932"/>
                    <a:pt x="269" y="1206"/>
                    <a:pt x="604" y="1206"/>
                  </a:cubicBezTo>
                  <a:cubicBezTo>
                    <a:pt x="932" y="1206"/>
                    <a:pt x="1207" y="932"/>
                    <a:pt x="1207" y="603"/>
                  </a:cubicBezTo>
                  <a:cubicBezTo>
                    <a:pt x="1207" y="269"/>
                    <a:pt x="932" y="1"/>
                    <a:pt x="6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72"/>
            <p:cNvSpPr/>
            <p:nvPr/>
          </p:nvSpPr>
          <p:spPr>
            <a:xfrm rot="10800000">
              <a:off x="7916368" y="1117447"/>
              <a:ext cx="1836196" cy="1910117"/>
            </a:xfrm>
            <a:custGeom>
              <a:avLst/>
              <a:gdLst/>
              <a:ahLst/>
              <a:cxnLst/>
              <a:rect l="l" t="t" r="r" b="b"/>
              <a:pathLst>
                <a:path w="27945" h="29070" extrusionOk="0">
                  <a:moveTo>
                    <a:pt x="222" y="0"/>
                  </a:moveTo>
                  <a:lnTo>
                    <a:pt x="1" y="221"/>
                  </a:lnTo>
                  <a:lnTo>
                    <a:pt x="8943" y="9163"/>
                  </a:lnTo>
                  <a:lnTo>
                    <a:pt x="8989" y="9210"/>
                  </a:lnTo>
                  <a:lnTo>
                    <a:pt x="15620" y="9210"/>
                  </a:lnTo>
                  <a:lnTo>
                    <a:pt x="27630" y="21220"/>
                  </a:lnTo>
                  <a:lnTo>
                    <a:pt x="27630" y="29070"/>
                  </a:lnTo>
                  <a:lnTo>
                    <a:pt x="27945" y="29070"/>
                  </a:lnTo>
                  <a:lnTo>
                    <a:pt x="27945" y="21086"/>
                  </a:lnTo>
                  <a:lnTo>
                    <a:pt x="15801" y="8942"/>
                  </a:lnTo>
                  <a:lnTo>
                    <a:pt x="15754" y="8895"/>
                  </a:lnTo>
                  <a:lnTo>
                    <a:pt x="9117" y="889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72"/>
            <p:cNvSpPr/>
            <p:nvPr/>
          </p:nvSpPr>
          <p:spPr>
            <a:xfrm rot="10800000">
              <a:off x="8093737" y="1810608"/>
              <a:ext cx="488995" cy="487747"/>
            </a:xfrm>
            <a:custGeom>
              <a:avLst/>
              <a:gdLst/>
              <a:ahLst/>
              <a:cxnLst/>
              <a:rect l="l" t="t" r="r" b="b"/>
              <a:pathLst>
                <a:path w="7442" h="7423" extrusionOk="0">
                  <a:moveTo>
                    <a:pt x="0" y="1"/>
                  </a:moveTo>
                  <a:lnTo>
                    <a:pt x="0" y="128"/>
                  </a:lnTo>
                  <a:lnTo>
                    <a:pt x="3289" y="128"/>
                  </a:lnTo>
                  <a:lnTo>
                    <a:pt x="7308" y="4154"/>
                  </a:lnTo>
                  <a:lnTo>
                    <a:pt x="7308" y="7422"/>
                  </a:lnTo>
                  <a:lnTo>
                    <a:pt x="7441" y="7422"/>
                  </a:lnTo>
                  <a:lnTo>
                    <a:pt x="7441" y="4100"/>
                  </a:lnTo>
                  <a:lnTo>
                    <a:pt x="3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72"/>
            <p:cNvSpPr/>
            <p:nvPr/>
          </p:nvSpPr>
          <p:spPr>
            <a:xfrm rot="10800000">
              <a:off x="7254444" y="1986205"/>
              <a:ext cx="1878906" cy="2617787"/>
            </a:xfrm>
            <a:custGeom>
              <a:avLst/>
              <a:gdLst/>
              <a:ahLst/>
              <a:cxnLst/>
              <a:rect l="l" t="t" r="r" b="b"/>
              <a:pathLst>
                <a:path w="28595" h="39840" extrusionOk="0">
                  <a:moveTo>
                    <a:pt x="229" y="0"/>
                  </a:moveTo>
                  <a:lnTo>
                    <a:pt x="1" y="221"/>
                  </a:lnTo>
                  <a:lnTo>
                    <a:pt x="6290" y="6511"/>
                  </a:lnTo>
                  <a:lnTo>
                    <a:pt x="6290" y="24227"/>
                  </a:lnTo>
                  <a:lnTo>
                    <a:pt x="14830" y="32767"/>
                  </a:lnTo>
                  <a:lnTo>
                    <a:pt x="14877" y="32807"/>
                  </a:lnTo>
                  <a:lnTo>
                    <a:pt x="28273" y="32807"/>
                  </a:lnTo>
                  <a:lnTo>
                    <a:pt x="28273" y="39840"/>
                  </a:lnTo>
                  <a:lnTo>
                    <a:pt x="28595" y="39840"/>
                  </a:lnTo>
                  <a:lnTo>
                    <a:pt x="28595" y="32492"/>
                  </a:lnTo>
                  <a:lnTo>
                    <a:pt x="15004" y="32492"/>
                  </a:lnTo>
                  <a:lnTo>
                    <a:pt x="6605" y="24093"/>
                  </a:lnTo>
                  <a:lnTo>
                    <a:pt x="6605" y="6377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72"/>
            <p:cNvSpPr/>
            <p:nvPr/>
          </p:nvSpPr>
          <p:spPr>
            <a:xfrm rot="10800000">
              <a:off x="8275943" y="2578193"/>
              <a:ext cx="323544" cy="323544"/>
            </a:xfrm>
            <a:custGeom>
              <a:avLst/>
              <a:gdLst/>
              <a:ahLst/>
              <a:cxnLst/>
              <a:rect l="l" t="t" r="r" b="b"/>
              <a:pathLst>
                <a:path w="4924" h="4924" extrusionOk="0">
                  <a:moveTo>
                    <a:pt x="0" y="1"/>
                  </a:moveTo>
                  <a:lnTo>
                    <a:pt x="2465" y="2459"/>
                  </a:lnTo>
                  <a:lnTo>
                    <a:pt x="4924" y="4924"/>
                  </a:lnTo>
                  <a:lnTo>
                    <a:pt x="4924" y="3517"/>
                  </a:lnTo>
                  <a:lnTo>
                    <a:pt x="3162" y="1756"/>
                  </a:lnTo>
                  <a:lnTo>
                    <a:pt x="14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72"/>
            <p:cNvSpPr/>
            <p:nvPr/>
          </p:nvSpPr>
          <p:spPr>
            <a:xfrm rot="10800000">
              <a:off x="7225438" y="1917585"/>
              <a:ext cx="79309" cy="79243"/>
            </a:xfrm>
            <a:custGeom>
              <a:avLst/>
              <a:gdLst/>
              <a:ahLst/>
              <a:cxnLst/>
              <a:rect l="l" t="t" r="r" b="b"/>
              <a:pathLst>
                <a:path w="1207" h="1206" extrusionOk="0">
                  <a:moveTo>
                    <a:pt x="604" y="315"/>
                  </a:moveTo>
                  <a:cubicBezTo>
                    <a:pt x="758" y="315"/>
                    <a:pt x="885" y="442"/>
                    <a:pt x="885" y="603"/>
                  </a:cubicBezTo>
                  <a:cubicBezTo>
                    <a:pt x="885" y="757"/>
                    <a:pt x="758" y="884"/>
                    <a:pt x="604" y="884"/>
                  </a:cubicBezTo>
                  <a:cubicBezTo>
                    <a:pt x="443" y="884"/>
                    <a:pt x="316" y="757"/>
                    <a:pt x="316" y="603"/>
                  </a:cubicBezTo>
                  <a:cubicBezTo>
                    <a:pt x="316" y="442"/>
                    <a:pt x="443" y="315"/>
                    <a:pt x="604" y="315"/>
                  </a:cubicBezTo>
                  <a:close/>
                  <a:moveTo>
                    <a:pt x="604" y="0"/>
                  </a:moveTo>
                  <a:cubicBezTo>
                    <a:pt x="269" y="0"/>
                    <a:pt x="1" y="268"/>
                    <a:pt x="1" y="603"/>
                  </a:cubicBezTo>
                  <a:cubicBezTo>
                    <a:pt x="1" y="938"/>
                    <a:pt x="269" y="1206"/>
                    <a:pt x="604" y="1206"/>
                  </a:cubicBezTo>
                  <a:cubicBezTo>
                    <a:pt x="939" y="1206"/>
                    <a:pt x="1207" y="938"/>
                    <a:pt x="1207" y="603"/>
                  </a:cubicBezTo>
                  <a:cubicBezTo>
                    <a:pt x="1207" y="268"/>
                    <a:pt x="932" y="0"/>
                    <a:pt x="6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72"/>
            <p:cNvSpPr/>
            <p:nvPr/>
          </p:nvSpPr>
          <p:spPr>
            <a:xfrm rot="10800000">
              <a:off x="7261962" y="2173705"/>
              <a:ext cx="484593" cy="284842"/>
            </a:xfrm>
            <a:custGeom>
              <a:avLst/>
              <a:gdLst/>
              <a:ahLst/>
              <a:cxnLst/>
              <a:rect l="l" t="t" r="r" b="b"/>
              <a:pathLst>
                <a:path w="7375" h="4335" extrusionOk="0">
                  <a:moveTo>
                    <a:pt x="87" y="1"/>
                  </a:moveTo>
                  <a:lnTo>
                    <a:pt x="0" y="95"/>
                  </a:lnTo>
                  <a:lnTo>
                    <a:pt x="2077" y="2171"/>
                  </a:lnTo>
                  <a:lnTo>
                    <a:pt x="5124" y="2171"/>
                  </a:lnTo>
                  <a:lnTo>
                    <a:pt x="7281" y="4334"/>
                  </a:lnTo>
                  <a:lnTo>
                    <a:pt x="7375" y="4241"/>
                  </a:lnTo>
                  <a:lnTo>
                    <a:pt x="5178" y="2044"/>
                  </a:lnTo>
                  <a:lnTo>
                    <a:pt x="2130" y="2044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72"/>
            <p:cNvSpPr/>
            <p:nvPr/>
          </p:nvSpPr>
          <p:spPr>
            <a:xfrm rot="10800000">
              <a:off x="7225430" y="1086655"/>
              <a:ext cx="473620" cy="473620"/>
            </a:xfrm>
            <a:custGeom>
              <a:avLst/>
              <a:gdLst/>
              <a:ahLst/>
              <a:cxnLst/>
              <a:rect l="l" t="t" r="r" b="b"/>
              <a:pathLst>
                <a:path w="7208" h="7208" fill="none" extrusionOk="0">
                  <a:moveTo>
                    <a:pt x="7208" y="3604"/>
                  </a:moveTo>
                  <a:cubicBezTo>
                    <a:pt x="7208" y="5593"/>
                    <a:pt x="5593" y="7207"/>
                    <a:pt x="3604" y="7207"/>
                  </a:cubicBezTo>
                  <a:cubicBezTo>
                    <a:pt x="1615" y="7207"/>
                    <a:pt x="1" y="5593"/>
                    <a:pt x="1" y="3604"/>
                  </a:cubicBezTo>
                  <a:cubicBezTo>
                    <a:pt x="1" y="1615"/>
                    <a:pt x="1615" y="0"/>
                    <a:pt x="3604" y="0"/>
                  </a:cubicBezTo>
                  <a:cubicBezTo>
                    <a:pt x="5593" y="0"/>
                    <a:pt x="7208" y="1615"/>
                    <a:pt x="7208" y="3604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72"/>
            <p:cNvSpPr/>
            <p:nvPr/>
          </p:nvSpPr>
          <p:spPr>
            <a:xfrm rot="10800000">
              <a:off x="7327544" y="1640765"/>
              <a:ext cx="136015" cy="21618"/>
            </a:xfrm>
            <a:custGeom>
              <a:avLst/>
              <a:gdLst/>
              <a:ahLst/>
              <a:cxnLst/>
              <a:rect l="l" t="t" r="r" b="b"/>
              <a:pathLst>
                <a:path w="2070" h="329" extrusionOk="0">
                  <a:moveTo>
                    <a:pt x="0" y="1"/>
                  </a:moveTo>
                  <a:lnTo>
                    <a:pt x="0" y="329"/>
                  </a:lnTo>
                  <a:lnTo>
                    <a:pt x="2070" y="329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72"/>
            <p:cNvSpPr/>
            <p:nvPr/>
          </p:nvSpPr>
          <p:spPr>
            <a:xfrm rot="10800000">
              <a:off x="7233323" y="1640765"/>
              <a:ext cx="67876" cy="21618"/>
            </a:xfrm>
            <a:custGeom>
              <a:avLst/>
              <a:gdLst/>
              <a:ahLst/>
              <a:cxnLst/>
              <a:rect l="l" t="t" r="r" b="b"/>
              <a:pathLst>
                <a:path w="1033" h="329" extrusionOk="0">
                  <a:moveTo>
                    <a:pt x="1" y="1"/>
                  </a:moveTo>
                  <a:lnTo>
                    <a:pt x="1" y="329"/>
                  </a:lnTo>
                  <a:lnTo>
                    <a:pt x="1032" y="329"/>
                  </a:lnTo>
                  <a:lnTo>
                    <a:pt x="10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72"/>
            <p:cNvSpPr/>
            <p:nvPr/>
          </p:nvSpPr>
          <p:spPr>
            <a:xfrm rot="10800000">
              <a:off x="7191535" y="1640765"/>
              <a:ext cx="21618" cy="21618"/>
            </a:xfrm>
            <a:custGeom>
              <a:avLst/>
              <a:gdLst/>
              <a:ahLst/>
              <a:cxnLst/>
              <a:rect l="l" t="t" r="r" b="b"/>
              <a:pathLst>
                <a:path w="329" h="329" extrusionOk="0">
                  <a:moveTo>
                    <a:pt x="0" y="1"/>
                  </a:moveTo>
                  <a:lnTo>
                    <a:pt x="0" y="329"/>
                  </a:lnTo>
                  <a:lnTo>
                    <a:pt x="328" y="329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72"/>
            <p:cNvSpPr/>
            <p:nvPr/>
          </p:nvSpPr>
          <p:spPr>
            <a:xfrm rot="10800000">
              <a:off x="7180955" y="1082720"/>
              <a:ext cx="67876" cy="11039"/>
            </a:xfrm>
            <a:custGeom>
              <a:avLst/>
              <a:gdLst/>
              <a:ahLst/>
              <a:cxnLst/>
              <a:rect l="l" t="t" r="r" b="b"/>
              <a:pathLst>
                <a:path w="1033" h="168" extrusionOk="0">
                  <a:moveTo>
                    <a:pt x="1" y="0"/>
                  </a:moveTo>
                  <a:lnTo>
                    <a:pt x="1" y="168"/>
                  </a:lnTo>
                  <a:lnTo>
                    <a:pt x="1032" y="168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72"/>
            <p:cNvSpPr/>
            <p:nvPr/>
          </p:nvSpPr>
          <p:spPr>
            <a:xfrm rot="10800000">
              <a:off x="7133910" y="1082720"/>
              <a:ext cx="33905" cy="11039"/>
            </a:xfrm>
            <a:custGeom>
              <a:avLst/>
              <a:gdLst/>
              <a:ahLst/>
              <a:cxnLst/>
              <a:rect l="l" t="t" r="r" b="b"/>
              <a:pathLst>
                <a:path w="516" h="168" extrusionOk="0">
                  <a:moveTo>
                    <a:pt x="0" y="0"/>
                  </a:moveTo>
                  <a:lnTo>
                    <a:pt x="0" y="168"/>
                  </a:lnTo>
                  <a:lnTo>
                    <a:pt x="516" y="168"/>
                  </a:lnTo>
                  <a:lnTo>
                    <a:pt x="5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72"/>
            <p:cNvSpPr/>
            <p:nvPr/>
          </p:nvSpPr>
          <p:spPr>
            <a:xfrm rot="10800000">
              <a:off x="7112753" y="1082720"/>
              <a:ext cx="11105" cy="11039"/>
            </a:xfrm>
            <a:custGeom>
              <a:avLst/>
              <a:gdLst/>
              <a:ahLst/>
              <a:cxnLst/>
              <a:rect l="l" t="t" r="r" b="b"/>
              <a:pathLst>
                <a:path w="169" h="168" extrusionOk="0">
                  <a:moveTo>
                    <a:pt x="1" y="0"/>
                  </a:moveTo>
                  <a:lnTo>
                    <a:pt x="1" y="168"/>
                  </a:lnTo>
                  <a:lnTo>
                    <a:pt x="168" y="16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72"/>
            <p:cNvSpPr/>
            <p:nvPr/>
          </p:nvSpPr>
          <p:spPr>
            <a:xfrm>
              <a:off x="6241693" y="3357020"/>
              <a:ext cx="45404" cy="317827"/>
            </a:xfrm>
            <a:custGeom>
              <a:avLst/>
              <a:gdLst/>
              <a:ahLst/>
              <a:cxnLst/>
              <a:rect l="l" t="t" r="r" b="b"/>
              <a:pathLst>
                <a:path w="691" h="4837" extrusionOk="0">
                  <a:moveTo>
                    <a:pt x="1" y="1"/>
                  </a:moveTo>
                  <a:lnTo>
                    <a:pt x="1" y="2419"/>
                  </a:lnTo>
                  <a:lnTo>
                    <a:pt x="1" y="4837"/>
                  </a:lnTo>
                  <a:lnTo>
                    <a:pt x="690" y="4147"/>
                  </a:lnTo>
                  <a:lnTo>
                    <a:pt x="690" y="2419"/>
                  </a:lnTo>
                  <a:lnTo>
                    <a:pt x="690" y="6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72"/>
            <p:cNvSpPr/>
            <p:nvPr/>
          </p:nvSpPr>
          <p:spPr>
            <a:xfrm>
              <a:off x="7795709" y="4827398"/>
              <a:ext cx="224917" cy="224982"/>
            </a:xfrm>
            <a:custGeom>
              <a:avLst/>
              <a:gdLst/>
              <a:ahLst/>
              <a:cxnLst/>
              <a:rect l="l" t="t" r="r" b="b"/>
              <a:pathLst>
                <a:path w="3423" h="3424" extrusionOk="0">
                  <a:moveTo>
                    <a:pt x="0" y="1"/>
                  </a:moveTo>
                  <a:lnTo>
                    <a:pt x="0" y="978"/>
                  </a:lnTo>
                  <a:lnTo>
                    <a:pt x="1226" y="2198"/>
                  </a:lnTo>
                  <a:lnTo>
                    <a:pt x="2452" y="3423"/>
                  </a:lnTo>
                  <a:lnTo>
                    <a:pt x="3423" y="3423"/>
                  </a:lnTo>
                  <a:lnTo>
                    <a:pt x="1715" y="17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72"/>
            <p:cNvSpPr/>
            <p:nvPr/>
          </p:nvSpPr>
          <p:spPr>
            <a:xfrm>
              <a:off x="8336537" y="5367439"/>
              <a:ext cx="92976" cy="92910"/>
            </a:xfrm>
            <a:custGeom>
              <a:avLst/>
              <a:gdLst/>
              <a:ahLst/>
              <a:cxnLst/>
              <a:rect l="l" t="t" r="r" b="b"/>
              <a:pathLst>
                <a:path w="1415" h="1414" extrusionOk="0">
                  <a:moveTo>
                    <a:pt x="711" y="375"/>
                  </a:moveTo>
                  <a:cubicBezTo>
                    <a:pt x="892" y="375"/>
                    <a:pt x="1039" y="522"/>
                    <a:pt x="1039" y="710"/>
                  </a:cubicBezTo>
                  <a:cubicBezTo>
                    <a:pt x="1039" y="891"/>
                    <a:pt x="892" y="1038"/>
                    <a:pt x="711" y="1038"/>
                  </a:cubicBezTo>
                  <a:cubicBezTo>
                    <a:pt x="523" y="1038"/>
                    <a:pt x="376" y="891"/>
                    <a:pt x="376" y="710"/>
                  </a:cubicBezTo>
                  <a:cubicBezTo>
                    <a:pt x="376" y="522"/>
                    <a:pt x="523" y="375"/>
                    <a:pt x="711" y="375"/>
                  </a:cubicBezTo>
                  <a:close/>
                  <a:moveTo>
                    <a:pt x="711" y="0"/>
                  </a:moveTo>
                  <a:cubicBezTo>
                    <a:pt x="316" y="0"/>
                    <a:pt x="1" y="315"/>
                    <a:pt x="1" y="710"/>
                  </a:cubicBezTo>
                  <a:cubicBezTo>
                    <a:pt x="1" y="1098"/>
                    <a:pt x="316" y="1413"/>
                    <a:pt x="711" y="1413"/>
                  </a:cubicBezTo>
                  <a:cubicBezTo>
                    <a:pt x="1099" y="1413"/>
                    <a:pt x="1414" y="1098"/>
                    <a:pt x="1414" y="710"/>
                  </a:cubicBezTo>
                  <a:cubicBezTo>
                    <a:pt x="1414" y="315"/>
                    <a:pt x="1099" y="0"/>
                    <a:pt x="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72"/>
            <p:cNvSpPr/>
            <p:nvPr/>
          </p:nvSpPr>
          <p:spPr>
            <a:xfrm>
              <a:off x="6187551" y="3081513"/>
              <a:ext cx="93370" cy="92910"/>
            </a:xfrm>
            <a:custGeom>
              <a:avLst/>
              <a:gdLst/>
              <a:ahLst/>
              <a:cxnLst/>
              <a:rect l="l" t="t" r="r" b="b"/>
              <a:pathLst>
                <a:path w="1421" h="1414" extrusionOk="0">
                  <a:moveTo>
                    <a:pt x="711" y="369"/>
                  </a:moveTo>
                  <a:cubicBezTo>
                    <a:pt x="891" y="369"/>
                    <a:pt x="1046" y="523"/>
                    <a:pt x="1046" y="704"/>
                  </a:cubicBezTo>
                  <a:cubicBezTo>
                    <a:pt x="1046" y="891"/>
                    <a:pt x="891" y="1039"/>
                    <a:pt x="711" y="1039"/>
                  </a:cubicBezTo>
                  <a:cubicBezTo>
                    <a:pt x="530" y="1039"/>
                    <a:pt x="376" y="891"/>
                    <a:pt x="376" y="704"/>
                  </a:cubicBezTo>
                  <a:cubicBezTo>
                    <a:pt x="376" y="523"/>
                    <a:pt x="530" y="369"/>
                    <a:pt x="711" y="369"/>
                  </a:cubicBezTo>
                  <a:close/>
                  <a:moveTo>
                    <a:pt x="711" y="1"/>
                  </a:moveTo>
                  <a:cubicBezTo>
                    <a:pt x="322" y="1"/>
                    <a:pt x="1" y="315"/>
                    <a:pt x="1" y="704"/>
                  </a:cubicBezTo>
                  <a:cubicBezTo>
                    <a:pt x="1" y="1092"/>
                    <a:pt x="322" y="1414"/>
                    <a:pt x="711" y="1414"/>
                  </a:cubicBezTo>
                  <a:cubicBezTo>
                    <a:pt x="1099" y="1414"/>
                    <a:pt x="1421" y="1092"/>
                    <a:pt x="1421" y="704"/>
                  </a:cubicBezTo>
                  <a:cubicBezTo>
                    <a:pt x="1421" y="315"/>
                    <a:pt x="1099" y="1"/>
                    <a:pt x="7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72"/>
            <p:cNvSpPr/>
            <p:nvPr/>
          </p:nvSpPr>
          <p:spPr>
            <a:xfrm>
              <a:off x="6221915" y="3162069"/>
              <a:ext cx="2150409" cy="2236683"/>
            </a:xfrm>
            <a:custGeom>
              <a:avLst/>
              <a:gdLst/>
              <a:ahLst/>
              <a:cxnLst/>
              <a:rect l="l" t="t" r="r" b="b"/>
              <a:pathLst>
                <a:path w="32727" h="34040" extrusionOk="0">
                  <a:moveTo>
                    <a:pt x="0" y="0"/>
                  </a:moveTo>
                  <a:lnTo>
                    <a:pt x="0" y="9351"/>
                  </a:lnTo>
                  <a:lnTo>
                    <a:pt x="14220" y="23571"/>
                  </a:lnTo>
                  <a:lnTo>
                    <a:pt x="14280" y="23624"/>
                  </a:lnTo>
                  <a:lnTo>
                    <a:pt x="22050" y="23624"/>
                  </a:lnTo>
                  <a:lnTo>
                    <a:pt x="32465" y="34040"/>
                  </a:lnTo>
                  <a:lnTo>
                    <a:pt x="32727" y="33778"/>
                  </a:lnTo>
                  <a:lnTo>
                    <a:pt x="22258" y="23309"/>
                  </a:lnTo>
                  <a:lnTo>
                    <a:pt x="22204" y="23256"/>
                  </a:lnTo>
                  <a:lnTo>
                    <a:pt x="14434" y="23256"/>
                  </a:lnTo>
                  <a:lnTo>
                    <a:pt x="375" y="9197"/>
                  </a:lnTo>
                  <a:lnTo>
                    <a:pt x="3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72"/>
            <p:cNvSpPr/>
            <p:nvPr/>
          </p:nvSpPr>
          <p:spPr>
            <a:xfrm>
              <a:off x="6430072" y="3973609"/>
              <a:ext cx="572641" cy="570867"/>
            </a:xfrm>
            <a:custGeom>
              <a:avLst/>
              <a:gdLst/>
              <a:ahLst/>
              <a:cxnLst/>
              <a:rect l="l" t="t" r="r" b="b"/>
              <a:pathLst>
                <a:path w="8715" h="8688" extrusionOk="0">
                  <a:moveTo>
                    <a:pt x="0" y="0"/>
                  </a:moveTo>
                  <a:lnTo>
                    <a:pt x="0" y="3892"/>
                  </a:lnTo>
                  <a:lnTo>
                    <a:pt x="4796" y="8688"/>
                  </a:lnTo>
                  <a:lnTo>
                    <a:pt x="8714" y="8688"/>
                  </a:lnTo>
                  <a:lnTo>
                    <a:pt x="8714" y="8540"/>
                  </a:lnTo>
                  <a:lnTo>
                    <a:pt x="4863" y="8540"/>
                  </a:lnTo>
                  <a:lnTo>
                    <a:pt x="148" y="3832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72"/>
            <p:cNvSpPr/>
            <p:nvPr/>
          </p:nvSpPr>
          <p:spPr>
            <a:xfrm>
              <a:off x="7840126" y="5875283"/>
              <a:ext cx="45404" cy="317827"/>
            </a:xfrm>
            <a:custGeom>
              <a:avLst/>
              <a:gdLst/>
              <a:ahLst/>
              <a:cxnLst/>
              <a:rect l="l" t="t" r="r" b="b"/>
              <a:pathLst>
                <a:path w="691" h="4837" extrusionOk="0">
                  <a:moveTo>
                    <a:pt x="691" y="1"/>
                  </a:moveTo>
                  <a:lnTo>
                    <a:pt x="1" y="690"/>
                  </a:lnTo>
                  <a:lnTo>
                    <a:pt x="1" y="2418"/>
                  </a:lnTo>
                  <a:lnTo>
                    <a:pt x="1" y="4153"/>
                  </a:lnTo>
                  <a:lnTo>
                    <a:pt x="691" y="4836"/>
                  </a:lnTo>
                  <a:lnTo>
                    <a:pt x="691" y="2418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72"/>
            <p:cNvSpPr/>
            <p:nvPr/>
          </p:nvSpPr>
          <p:spPr>
            <a:xfrm>
              <a:off x="6106995" y="4498209"/>
              <a:ext cx="224523" cy="224982"/>
            </a:xfrm>
            <a:custGeom>
              <a:avLst/>
              <a:gdLst/>
              <a:ahLst/>
              <a:cxnLst/>
              <a:rect l="l" t="t" r="r" b="b"/>
              <a:pathLst>
                <a:path w="3417" h="3424" extrusionOk="0">
                  <a:moveTo>
                    <a:pt x="1" y="0"/>
                  </a:moveTo>
                  <a:lnTo>
                    <a:pt x="1709" y="1708"/>
                  </a:lnTo>
                  <a:lnTo>
                    <a:pt x="3417" y="3423"/>
                  </a:lnTo>
                  <a:lnTo>
                    <a:pt x="3417" y="2445"/>
                  </a:lnTo>
                  <a:lnTo>
                    <a:pt x="2191" y="1226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72"/>
            <p:cNvSpPr/>
            <p:nvPr/>
          </p:nvSpPr>
          <p:spPr>
            <a:xfrm>
              <a:off x="5697711" y="4090238"/>
              <a:ext cx="92976" cy="92910"/>
            </a:xfrm>
            <a:custGeom>
              <a:avLst/>
              <a:gdLst/>
              <a:ahLst/>
              <a:cxnLst/>
              <a:rect l="l" t="t" r="r" b="b"/>
              <a:pathLst>
                <a:path w="1415" h="1414" extrusionOk="0">
                  <a:moveTo>
                    <a:pt x="711" y="369"/>
                  </a:moveTo>
                  <a:cubicBezTo>
                    <a:pt x="892" y="369"/>
                    <a:pt x="1046" y="523"/>
                    <a:pt x="1046" y="704"/>
                  </a:cubicBezTo>
                  <a:cubicBezTo>
                    <a:pt x="1046" y="891"/>
                    <a:pt x="892" y="1039"/>
                    <a:pt x="711" y="1039"/>
                  </a:cubicBezTo>
                  <a:cubicBezTo>
                    <a:pt x="523" y="1039"/>
                    <a:pt x="376" y="891"/>
                    <a:pt x="376" y="704"/>
                  </a:cubicBezTo>
                  <a:cubicBezTo>
                    <a:pt x="376" y="523"/>
                    <a:pt x="530" y="369"/>
                    <a:pt x="711" y="369"/>
                  </a:cubicBezTo>
                  <a:close/>
                  <a:moveTo>
                    <a:pt x="711" y="0"/>
                  </a:moveTo>
                  <a:cubicBezTo>
                    <a:pt x="322" y="0"/>
                    <a:pt x="1" y="315"/>
                    <a:pt x="1" y="704"/>
                  </a:cubicBezTo>
                  <a:cubicBezTo>
                    <a:pt x="1" y="1092"/>
                    <a:pt x="322" y="1414"/>
                    <a:pt x="711" y="1414"/>
                  </a:cubicBezTo>
                  <a:cubicBezTo>
                    <a:pt x="1099" y="1414"/>
                    <a:pt x="1414" y="1092"/>
                    <a:pt x="1414" y="704"/>
                  </a:cubicBezTo>
                  <a:cubicBezTo>
                    <a:pt x="1414" y="315"/>
                    <a:pt x="1099" y="0"/>
                    <a:pt x="7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72"/>
            <p:cNvSpPr/>
            <p:nvPr/>
          </p:nvSpPr>
          <p:spPr>
            <a:xfrm>
              <a:off x="7846763" y="6376097"/>
              <a:ext cx="92910" cy="92976"/>
            </a:xfrm>
            <a:custGeom>
              <a:avLst/>
              <a:gdLst/>
              <a:ahLst/>
              <a:cxnLst/>
              <a:rect l="l" t="t" r="r" b="b"/>
              <a:pathLst>
                <a:path w="1414" h="1415" extrusionOk="0">
                  <a:moveTo>
                    <a:pt x="703" y="376"/>
                  </a:moveTo>
                  <a:cubicBezTo>
                    <a:pt x="891" y="376"/>
                    <a:pt x="1038" y="523"/>
                    <a:pt x="1038" y="704"/>
                  </a:cubicBezTo>
                  <a:cubicBezTo>
                    <a:pt x="1038" y="892"/>
                    <a:pt x="891" y="1039"/>
                    <a:pt x="703" y="1039"/>
                  </a:cubicBezTo>
                  <a:cubicBezTo>
                    <a:pt x="523" y="1039"/>
                    <a:pt x="375" y="892"/>
                    <a:pt x="375" y="704"/>
                  </a:cubicBezTo>
                  <a:cubicBezTo>
                    <a:pt x="375" y="523"/>
                    <a:pt x="523" y="376"/>
                    <a:pt x="703" y="376"/>
                  </a:cubicBezTo>
                  <a:close/>
                  <a:moveTo>
                    <a:pt x="703" y="1"/>
                  </a:moveTo>
                  <a:cubicBezTo>
                    <a:pt x="315" y="1"/>
                    <a:pt x="0" y="316"/>
                    <a:pt x="0" y="704"/>
                  </a:cubicBezTo>
                  <a:cubicBezTo>
                    <a:pt x="0" y="1099"/>
                    <a:pt x="315" y="1414"/>
                    <a:pt x="703" y="1414"/>
                  </a:cubicBezTo>
                  <a:cubicBezTo>
                    <a:pt x="1099" y="1414"/>
                    <a:pt x="1413" y="1099"/>
                    <a:pt x="1413" y="704"/>
                  </a:cubicBezTo>
                  <a:cubicBezTo>
                    <a:pt x="1413" y="316"/>
                    <a:pt x="1099" y="1"/>
                    <a:pt x="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72"/>
            <p:cNvSpPr/>
            <p:nvPr/>
          </p:nvSpPr>
          <p:spPr>
            <a:xfrm>
              <a:off x="5754941" y="4151410"/>
              <a:ext cx="2150409" cy="2237143"/>
            </a:xfrm>
            <a:custGeom>
              <a:avLst/>
              <a:gdLst/>
              <a:ahLst/>
              <a:cxnLst/>
              <a:rect l="l" t="t" r="r" b="b"/>
              <a:pathLst>
                <a:path w="32727" h="34047" extrusionOk="0">
                  <a:moveTo>
                    <a:pt x="268" y="0"/>
                  </a:moveTo>
                  <a:lnTo>
                    <a:pt x="1" y="268"/>
                  </a:lnTo>
                  <a:lnTo>
                    <a:pt x="10476" y="10737"/>
                  </a:lnTo>
                  <a:lnTo>
                    <a:pt x="10530" y="10791"/>
                  </a:lnTo>
                  <a:lnTo>
                    <a:pt x="18299" y="10791"/>
                  </a:lnTo>
                  <a:lnTo>
                    <a:pt x="32359" y="24850"/>
                  </a:lnTo>
                  <a:lnTo>
                    <a:pt x="32359" y="34046"/>
                  </a:lnTo>
                  <a:lnTo>
                    <a:pt x="32727" y="34046"/>
                  </a:lnTo>
                  <a:lnTo>
                    <a:pt x="32727" y="24696"/>
                  </a:lnTo>
                  <a:lnTo>
                    <a:pt x="18507" y="10469"/>
                  </a:lnTo>
                  <a:lnTo>
                    <a:pt x="18454" y="10416"/>
                  </a:lnTo>
                  <a:lnTo>
                    <a:pt x="10684" y="10416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72"/>
            <p:cNvSpPr/>
            <p:nvPr/>
          </p:nvSpPr>
          <p:spPr>
            <a:xfrm>
              <a:off x="7124981" y="5005659"/>
              <a:ext cx="572181" cy="571327"/>
            </a:xfrm>
            <a:custGeom>
              <a:avLst/>
              <a:gdLst/>
              <a:ahLst/>
              <a:cxnLst/>
              <a:rect l="l" t="t" r="r" b="b"/>
              <a:pathLst>
                <a:path w="8708" h="8695" extrusionOk="0">
                  <a:moveTo>
                    <a:pt x="0" y="0"/>
                  </a:moveTo>
                  <a:lnTo>
                    <a:pt x="0" y="154"/>
                  </a:lnTo>
                  <a:lnTo>
                    <a:pt x="3852" y="154"/>
                  </a:lnTo>
                  <a:lnTo>
                    <a:pt x="8560" y="4863"/>
                  </a:lnTo>
                  <a:lnTo>
                    <a:pt x="8560" y="8694"/>
                  </a:lnTo>
                  <a:lnTo>
                    <a:pt x="8708" y="8694"/>
                  </a:lnTo>
                  <a:lnTo>
                    <a:pt x="8708" y="4803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72"/>
            <p:cNvSpPr/>
            <p:nvPr/>
          </p:nvSpPr>
          <p:spPr>
            <a:xfrm>
              <a:off x="8307494" y="4534282"/>
              <a:ext cx="179644" cy="28714"/>
            </a:xfrm>
            <a:custGeom>
              <a:avLst/>
              <a:gdLst/>
              <a:ahLst/>
              <a:cxnLst/>
              <a:rect l="l" t="t" r="r" b="b"/>
              <a:pathLst>
                <a:path w="2734" h="437" extrusionOk="0">
                  <a:moveTo>
                    <a:pt x="1" y="1"/>
                  </a:moveTo>
                  <a:lnTo>
                    <a:pt x="1" y="436"/>
                  </a:lnTo>
                  <a:lnTo>
                    <a:pt x="2734" y="436"/>
                  </a:lnTo>
                  <a:lnTo>
                    <a:pt x="27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72"/>
            <p:cNvSpPr/>
            <p:nvPr/>
          </p:nvSpPr>
          <p:spPr>
            <a:xfrm>
              <a:off x="8182981" y="4534282"/>
              <a:ext cx="89822" cy="28714"/>
            </a:xfrm>
            <a:custGeom>
              <a:avLst/>
              <a:gdLst/>
              <a:ahLst/>
              <a:cxnLst/>
              <a:rect l="l" t="t" r="r" b="b"/>
              <a:pathLst>
                <a:path w="1367" h="437" extrusionOk="0">
                  <a:moveTo>
                    <a:pt x="0" y="1"/>
                  </a:moveTo>
                  <a:lnTo>
                    <a:pt x="0" y="436"/>
                  </a:lnTo>
                  <a:lnTo>
                    <a:pt x="1367" y="436"/>
                  </a:lnTo>
                  <a:lnTo>
                    <a:pt x="13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72"/>
            <p:cNvSpPr/>
            <p:nvPr/>
          </p:nvSpPr>
          <p:spPr>
            <a:xfrm>
              <a:off x="8127525" y="4534282"/>
              <a:ext cx="29108" cy="28714"/>
            </a:xfrm>
            <a:custGeom>
              <a:avLst/>
              <a:gdLst/>
              <a:ahLst/>
              <a:cxnLst/>
              <a:rect l="l" t="t" r="r" b="b"/>
              <a:pathLst>
                <a:path w="443" h="437" extrusionOk="0">
                  <a:moveTo>
                    <a:pt x="0" y="1"/>
                  </a:moveTo>
                  <a:lnTo>
                    <a:pt x="0" y="436"/>
                  </a:lnTo>
                  <a:lnTo>
                    <a:pt x="443" y="436"/>
                  </a:lnTo>
                  <a:lnTo>
                    <a:pt x="44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72"/>
            <p:cNvSpPr/>
            <p:nvPr/>
          </p:nvSpPr>
          <p:spPr>
            <a:xfrm flipH="1">
              <a:off x="7367406" y="2540803"/>
              <a:ext cx="2308830" cy="1917213"/>
            </a:xfrm>
            <a:custGeom>
              <a:avLst/>
              <a:gdLst/>
              <a:ahLst/>
              <a:cxnLst/>
              <a:rect l="l" t="t" r="r" b="b"/>
              <a:pathLst>
                <a:path w="35138" h="29178" fill="none" extrusionOk="0">
                  <a:moveTo>
                    <a:pt x="35138" y="29177"/>
                  </a:moveTo>
                  <a:lnTo>
                    <a:pt x="29177" y="29177"/>
                  </a:ln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solid"/>
              <a:miter lim="669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02" name="Google Shape;3102;p72"/>
          <p:cNvSpPr txBox="1">
            <a:spLocks noGrp="1"/>
          </p:cNvSpPr>
          <p:nvPr>
            <p:ph type="title"/>
          </p:nvPr>
        </p:nvSpPr>
        <p:spPr>
          <a:xfrm>
            <a:off x="757717" y="455415"/>
            <a:ext cx="4930237" cy="25789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 YOU!</a:t>
            </a:r>
            <a:endParaRPr sz="6600" dirty="0"/>
          </a:p>
        </p:txBody>
      </p:sp>
      <p:grpSp>
        <p:nvGrpSpPr>
          <p:cNvPr id="3105" name="Google Shape;3105;p72"/>
          <p:cNvGrpSpPr/>
          <p:nvPr/>
        </p:nvGrpSpPr>
        <p:grpSpPr>
          <a:xfrm>
            <a:off x="6063021" y="1353011"/>
            <a:ext cx="1943522" cy="2437483"/>
            <a:chOff x="5121258" y="1013123"/>
            <a:chExt cx="1943522" cy="2437483"/>
          </a:xfrm>
        </p:grpSpPr>
        <p:grpSp>
          <p:nvGrpSpPr>
            <p:cNvPr id="3106" name="Google Shape;3106;p72"/>
            <p:cNvGrpSpPr/>
            <p:nvPr/>
          </p:nvGrpSpPr>
          <p:grpSpPr>
            <a:xfrm>
              <a:off x="5121258" y="1013123"/>
              <a:ext cx="1943522" cy="2437483"/>
              <a:chOff x="5121258" y="1013123"/>
              <a:chExt cx="1943522" cy="2437483"/>
            </a:xfrm>
          </p:grpSpPr>
          <p:sp>
            <p:nvSpPr>
              <p:cNvPr id="3107" name="Google Shape;3107;p72"/>
              <p:cNvSpPr/>
              <p:nvPr/>
            </p:nvSpPr>
            <p:spPr>
              <a:xfrm>
                <a:off x="5377011" y="1332657"/>
                <a:ext cx="1389455" cy="1954212"/>
              </a:xfrm>
              <a:custGeom>
                <a:avLst/>
                <a:gdLst/>
                <a:ahLst/>
                <a:cxnLst/>
                <a:rect l="l" t="t" r="r" b="b"/>
                <a:pathLst>
                  <a:path w="33499" h="47115" extrusionOk="0">
                    <a:moveTo>
                      <a:pt x="1" y="0"/>
                    </a:moveTo>
                    <a:lnTo>
                      <a:pt x="1" y="47114"/>
                    </a:lnTo>
                    <a:lnTo>
                      <a:pt x="33499" y="47114"/>
                    </a:lnTo>
                    <a:lnTo>
                      <a:pt x="33499" y="3011"/>
                    </a:lnTo>
                    <a:lnTo>
                      <a:pt x="306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2"/>
              <p:cNvSpPr/>
              <p:nvPr/>
            </p:nvSpPr>
            <p:spPr>
              <a:xfrm>
                <a:off x="5942171" y="2088653"/>
                <a:ext cx="105228" cy="44464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1072" extrusionOk="0">
                    <a:moveTo>
                      <a:pt x="543" y="0"/>
                    </a:moveTo>
                    <a:lnTo>
                      <a:pt x="1" y="529"/>
                    </a:lnTo>
                    <a:lnTo>
                      <a:pt x="543" y="1072"/>
                    </a:lnTo>
                    <a:lnTo>
                      <a:pt x="2008" y="1072"/>
                    </a:lnTo>
                    <a:lnTo>
                      <a:pt x="2537" y="529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2"/>
              <p:cNvSpPr/>
              <p:nvPr/>
            </p:nvSpPr>
            <p:spPr>
              <a:xfrm>
                <a:off x="6144701" y="2088653"/>
                <a:ext cx="104648" cy="44464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1072" extrusionOk="0">
                    <a:moveTo>
                      <a:pt x="529" y="0"/>
                    </a:moveTo>
                    <a:lnTo>
                      <a:pt x="0" y="529"/>
                    </a:lnTo>
                    <a:lnTo>
                      <a:pt x="529" y="1072"/>
                    </a:lnTo>
                    <a:lnTo>
                      <a:pt x="1994" y="1072"/>
                    </a:lnTo>
                    <a:lnTo>
                      <a:pt x="2523" y="529"/>
                    </a:lnTo>
                    <a:lnTo>
                      <a:pt x="19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10" name="Google Shape;3110;p72"/>
              <p:cNvGrpSpPr/>
              <p:nvPr/>
            </p:nvGrpSpPr>
            <p:grpSpPr>
              <a:xfrm>
                <a:off x="5121258" y="1169012"/>
                <a:ext cx="1943511" cy="2281594"/>
                <a:chOff x="5121100" y="2075300"/>
                <a:chExt cx="1171425" cy="1375200"/>
              </a:xfrm>
            </p:grpSpPr>
            <p:sp>
              <p:nvSpPr>
                <p:cNvPr id="3111" name="Google Shape;3111;p72"/>
                <p:cNvSpPr/>
                <p:nvPr/>
              </p:nvSpPr>
              <p:spPr>
                <a:xfrm>
                  <a:off x="5173975" y="3377250"/>
                  <a:ext cx="73275" cy="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930" extrusionOk="0">
                      <a:moveTo>
                        <a:pt x="1" y="0"/>
                      </a:moveTo>
                      <a:lnTo>
                        <a:pt x="1" y="2930"/>
                      </a:lnTo>
                      <a:lnTo>
                        <a:pt x="2930" y="293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2" name="Google Shape;3112;p72"/>
                <p:cNvSpPr/>
                <p:nvPr/>
              </p:nvSpPr>
              <p:spPr>
                <a:xfrm>
                  <a:off x="5175325" y="2075300"/>
                  <a:ext cx="1031750" cy="137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0" h="55008" fill="none" extrusionOk="0">
                      <a:moveTo>
                        <a:pt x="37757" y="1"/>
                      </a:moveTo>
                      <a:lnTo>
                        <a:pt x="1" y="1"/>
                      </a:lnTo>
                      <a:lnTo>
                        <a:pt x="1" y="55008"/>
                      </a:lnTo>
                      <a:lnTo>
                        <a:pt x="41270" y="55008"/>
                      </a:lnTo>
                      <a:lnTo>
                        <a:pt x="41270" y="3527"/>
                      </a:ln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2"/>
                  </a:solidFill>
                  <a:prstDash val="solid"/>
                  <a:miter lim="1356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3" name="Google Shape;3113;p72"/>
                <p:cNvSpPr/>
                <p:nvPr/>
              </p:nvSpPr>
              <p:spPr>
                <a:xfrm>
                  <a:off x="5625250" y="2075300"/>
                  <a:ext cx="173950" cy="33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8" h="1344" fill="none" extrusionOk="0">
                      <a:moveTo>
                        <a:pt x="6958" y="1"/>
                      </a:moveTo>
                      <a:lnTo>
                        <a:pt x="5629" y="1343"/>
                      </a:lnTo>
                      <a:lnTo>
                        <a:pt x="1330" y="1343"/>
                      </a:lnTo>
                      <a:lnTo>
                        <a:pt x="1" y="1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dk2"/>
                  </a:solidFill>
                  <a:prstDash val="solid"/>
                  <a:miter lim="13561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4" name="Google Shape;3114;p72"/>
                <p:cNvSpPr/>
                <p:nvPr/>
              </p:nvSpPr>
              <p:spPr>
                <a:xfrm>
                  <a:off x="6263350" y="3329775"/>
                  <a:ext cx="29175" cy="2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1168" extrusionOk="0">
                      <a:moveTo>
                        <a:pt x="163" y="1"/>
                      </a:moveTo>
                      <a:lnTo>
                        <a:pt x="0" y="150"/>
                      </a:lnTo>
                      <a:lnTo>
                        <a:pt x="1017" y="1167"/>
                      </a:lnTo>
                      <a:lnTo>
                        <a:pt x="1167" y="1004"/>
                      </a:lnTo>
                      <a:lnTo>
                        <a:pt x="1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5" name="Google Shape;3115;p72"/>
                <p:cNvSpPr/>
                <p:nvPr/>
              </p:nvSpPr>
              <p:spPr>
                <a:xfrm>
                  <a:off x="6263350" y="3329775"/>
                  <a:ext cx="29175" cy="2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1168" extrusionOk="0">
                      <a:moveTo>
                        <a:pt x="1017" y="1"/>
                      </a:moveTo>
                      <a:lnTo>
                        <a:pt x="0" y="1004"/>
                      </a:lnTo>
                      <a:lnTo>
                        <a:pt x="163" y="1167"/>
                      </a:lnTo>
                      <a:lnTo>
                        <a:pt x="1167" y="150"/>
                      </a:lnTo>
                      <a:lnTo>
                        <a:pt x="101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6" name="Google Shape;3116;p72"/>
                <p:cNvSpPr/>
                <p:nvPr/>
              </p:nvSpPr>
              <p:spPr>
                <a:xfrm>
                  <a:off x="6263350" y="3420650"/>
                  <a:ext cx="29175" cy="2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1167" extrusionOk="0">
                      <a:moveTo>
                        <a:pt x="163" y="0"/>
                      </a:moveTo>
                      <a:lnTo>
                        <a:pt x="0" y="163"/>
                      </a:lnTo>
                      <a:lnTo>
                        <a:pt x="1017" y="1167"/>
                      </a:lnTo>
                      <a:lnTo>
                        <a:pt x="1167" y="1004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7" name="Google Shape;3117;p72"/>
                <p:cNvSpPr/>
                <p:nvPr/>
              </p:nvSpPr>
              <p:spPr>
                <a:xfrm>
                  <a:off x="6263350" y="3420650"/>
                  <a:ext cx="29175" cy="29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" h="1167" extrusionOk="0">
                      <a:moveTo>
                        <a:pt x="1017" y="0"/>
                      </a:moveTo>
                      <a:lnTo>
                        <a:pt x="0" y="1004"/>
                      </a:lnTo>
                      <a:lnTo>
                        <a:pt x="163" y="1167"/>
                      </a:lnTo>
                      <a:lnTo>
                        <a:pt x="1167" y="163"/>
                      </a:lnTo>
                      <a:lnTo>
                        <a:pt x="10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8" name="Google Shape;3118;p72"/>
                <p:cNvSpPr/>
                <p:nvPr/>
              </p:nvSpPr>
              <p:spPr>
                <a:xfrm>
                  <a:off x="5121100" y="2075300"/>
                  <a:ext cx="15950" cy="9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" h="3948" extrusionOk="0">
                      <a:moveTo>
                        <a:pt x="0" y="1"/>
                      </a:moveTo>
                      <a:lnTo>
                        <a:pt x="0" y="3947"/>
                      </a:lnTo>
                      <a:lnTo>
                        <a:pt x="637" y="3947"/>
                      </a:lnTo>
                      <a:lnTo>
                        <a:pt x="63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9" name="Google Shape;3119;p72"/>
                <p:cNvSpPr/>
                <p:nvPr/>
              </p:nvSpPr>
              <p:spPr>
                <a:xfrm>
                  <a:off x="5121100" y="2192950"/>
                  <a:ext cx="15950" cy="4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" h="1968" extrusionOk="0">
                      <a:moveTo>
                        <a:pt x="0" y="1"/>
                      </a:moveTo>
                      <a:lnTo>
                        <a:pt x="0" y="1967"/>
                      </a:lnTo>
                      <a:lnTo>
                        <a:pt x="637" y="1967"/>
                      </a:lnTo>
                      <a:lnTo>
                        <a:pt x="637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0" name="Google Shape;3120;p72"/>
                <p:cNvSpPr/>
                <p:nvPr/>
              </p:nvSpPr>
              <p:spPr>
                <a:xfrm>
                  <a:off x="5121100" y="2256700"/>
                  <a:ext cx="15950" cy="1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" h="638" extrusionOk="0">
                      <a:moveTo>
                        <a:pt x="0" y="0"/>
                      </a:moveTo>
                      <a:lnTo>
                        <a:pt x="0" y="638"/>
                      </a:lnTo>
                      <a:lnTo>
                        <a:pt x="637" y="638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21" name="Google Shape;3121;p72"/>
              <p:cNvSpPr/>
              <p:nvPr/>
            </p:nvSpPr>
            <p:spPr>
              <a:xfrm>
                <a:off x="5377177" y="2975094"/>
                <a:ext cx="1389600" cy="312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22" name="Google Shape;3122;p72"/>
              <p:cNvGrpSpPr/>
              <p:nvPr/>
            </p:nvGrpSpPr>
            <p:grpSpPr>
              <a:xfrm>
                <a:off x="6458915" y="1013123"/>
                <a:ext cx="605866" cy="680956"/>
                <a:chOff x="3474000" y="2758475"/>
                <a:chExt cx="880875" cy="990050"/>
              </a:xfrm>
            </p:grpSpPr>
            <p:sp>
              <p:nvSpPr>
                <p:cNvPr id="3123" name="Google Shape;3123;p72"/>
                <p:cNvSpPr/>
                <p:nvPr/>
              </p:nvSpPr>
              <p:spPr>
                <a:xfrm>
                  <a:off x="3474000" y="2758475"/>
                  <a:ext cx="880875" cy="99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35" h="39602" extrusionOk="0">
                      <a:moveTo>
                        <a:pt x="32332" y="6185"/>
                      </a:moveTo>
                      <a:cubicBezTo>
                        <a:pt x="25388" y="5643"/>
                        <a:pt x="17617" y="1"/>
                        <a:pt x="17617" y="1"/>
                      </a:cubicBezTo>
                      <a:cubicBezTo>
                        <a:pt x="17617" y="1"/>
                        <a:pt x="9846" y="5643"/>
                        <a:pt x="2902" y="6185"/>
                      </a:cubicBezTo>
                      <a:cubicBezTo>
                        <a:pt x="2902" y="6185"/>
                        <a:pt x="0" y="33309"/>
                        <a:pt x="17617" y="39602"/>
                      </a:cubicBezTo>
                      <a:cubicBezTo>
                        <a:pt x="35234" y="33309"/>
                        <a:pt x="32332" y="6185"/>
                        <a:pt x="32332" y="618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4" name="Google Shape;3124;p72"/>
                <p:cNvSpPr/>
                <p:nvPr/>
              </p:nvSpPr>
              <p:spPr>
                <a:xfrm>
                  <a:off x="3828625" y="3082950"/>
                  <a:ext cx="171600" cy="34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4" h="13644" extrusionOk="0">
                      <a:moveTo>
                        <a:pt x="5141" y="6415"/>
                      </a:moveTo>
                      <a:cubicBezTo>
                        <a:pt x="6172" y="5819"/>
                        <a:pt x="6863" y="4707"/>
                        <a:pt x="6863" y="3432"/>
                      </a:cubicBezTo>
                      <a:cubicBezTo>
                        <a:pt x="6863" y="1547"/>
                        <a:pt x="5331" y="1"/>
                        <a:pt x="3432" y="1"/>
                      </a:cubicBezTo>
                      <a:cubicBezTo>
                        <a:pt x="1533" y="1"/>
                        <a:pt x="1" y="1547"/>
                        <a:pt x="1" y="3432"/>
                      </a:cubicBezTo>
                      <a:cubicBezTo>
                        <a:pt x="1" y="4612"/>
                        <a:pt x="584" y="5642"/>
                        <a:pt x="1479" y="6266"/>
                      </a:cubicBezTo>
                      <a:lnTo>
                        <a:pt x="299" y="12152"/>
                      </a:lnTo>
                      <a:cubicBezTo>
                        <a:pt x="150" y="12925"/>
                        <a:pt x="733" y="13644"/>
                        <a:pt x="1533" y="13644"/>
                      </a:cubicBezTo>
                      <a:lnTo>
                        <a:pt x="5277" y="13644"/>
                      </a:lnTo>
                      <a:cubicBezTo>
                        <a:pt x="6090" y="13644"/>
                        <a:pt x="6687" y="12885"/>
                        <a:pt x="6497" y="12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125" name="Google Shape;3125;p72"/>
            <p:cNvSpPr/>
            <p:nvPr/>
          </p:nvSpPr>
          <p:spPr>
            <a:xfrm>
              <a:off x="5381362" y="1619017"/>
              <a:ext cx="1367375" cy="1644642"/>
            </a:xfrm>
            <a:custGeom>
              <a:avLst/>
              <a:gdLst/>
              <a:ahLst/>
              <a:cxnLst/>
              <a:rect l="l" t="t" r="r" b="b"/>
              <a:pathLst>
                <a:path w="13929" h="16753" extrusionOk="0">
                  <a:moveTo>
                    <a:pt x="6669" y="1"/>
                  </a:moveTo>
                  <a:cubicBezTo>
                    <a:pt x="6461" y="1"/>
                    <a:pt x="6256" y="33"/>
                    <a:pt x="6076" y="139"/>
                  </a:cubicBezTo>
                  <a:cubicBezTo>
                    <a:pt x="5791" y="288"/>
                    <a:pt x="5601" y="600"/>
                    <a:pt x="5534" y="939"/>
                  </a:cubicBezTo>
                  <a:cubicBezTo>
                    <a:pt x="3526" y="953"/>
                    <a:pt x="1180" y="4289"/>
                    <a:pt x="2374" y="7124"/>
                  </a:cubicBezTo>
                  <a:cubicBezTo>
                    <a:pt x="2748" y="8016"/>
                    <a:pt x="3281" y="8273"/>
                    <a:pt x="3772" y="8273"/>
                  </a:cubicBezTo>
                  <a:cubicBezTo>
                    <a:pt x="4437" y="8273"/>
                    <a:pt x="5024" y="7802"/>
                    <a:pt x="5032" y="7802"/>
                  </a:cubicBezTo>
                  <a:cubicBezTo>
                    <a:pt x="4761" y="7476"/>
                    <a:pt x="4449" y="6974"/>
                    <a:pt x="4272" y="6378"/>
                  </a:cubicBezTo>
                  <a:lnTo>
                    <a:pt x="4272" y="6378"/>
                  </a:lnTo>
                  <a:cubicBezTo>
                    <a:pt x="4449" y="6879"/>
                    <a:pt x="4720" y="7381"/>
                    <a:pt x="5032" y="7802"/>
                  </a:cubicBezTo>
                  <a:cubicBezTo>
                    <a:pt x="5181" y="7992"/>
                    <a:pt x="5330" y="8168"/>
                    <a:pt x="5507" y="8303"/>
                  </a:cubicBezTo>
                  <a:lnTo>
                    <a:pt x="5235" y="9728"/>
                  </a:lnTo>
                  <a:lnTo>
                    <a:pt x="3201" y="10311"/>
                  </a:lnTo>
                  <a:cubicBezTo>
                    <a:pt x="1940" y="10663"/>
                    <a:pt x="977" y="11640"/>
                    <a:pt x="624" y="12901"/>
                  </a:cubicBezTo>
                  <a:lnTo>
                    <a:pt x="0" y="13945"/>
                  </a:lnTo>
                  <a:cubicBezTo>
                    <a:pt x="1804" y="15681"/>
                    <a:pt x="4272" y="16753"/>
                    <a:pt x="6958" y="16753"/>
                  </a:cubicBezTo>
                  <a:cubicBezTo>
                    <a:pt x="9656" y="16753"/>
                    <a:pt x="12111" y="15681"/>
                    <a:pt x="13929" y="13945"/>
                  </a:cubicBezTo>
                  <a:lnTo>
                    <a:pt x="13305" y="12901"/>
                  </a:lnTo>
                  <a:cubicBezTo>
                    <a:pt x="12952" y="11653"/>
                    <a:pt x="11976" y="10677"/>
                    <a:pt x="10728" y="10311"/>
                  </a:cubicBezTo>
                  <a:lnTo>
                    <a:pt x="8694" y="9728"/>
                  </a:lnTo>
                  <a:lnTo>
                    <a:pt x="8422" y="8303"/>
                  </a:lnTo>
                  <a:lnTo>
                    <a:pt x="8517" y="8209"/>
                  </a:lnTo>
                  <a:cubicBezTo>
                    <a:pt x="8791" y="8331"/>
                    <a:pt x="9101" y="8393"/>
                    <a:pt x="9411" y="8393"/>
                  </a:cubicBezTo>
                  <a:cubicBezTo>
                    <a:pt x="9992" y="8393"/>
                    <a:pt x="10573" y="8176"/>
                    <a:pt x="10918" y="7734"/>
                  </a:cubicBezTo>
                  <a:cubicBezTo>
                    <a:pt x="12071" y="6269"/>
                    <a:pt x="11257" y="3747"/>
                    <a:pt x="10375" y="2363"/>
                  </a:cubicBezTo>
                  <a:cubicBezTo>
                    <a:pt x="9643" y="1183"/>
                    <a:pt x="8449" y="275"/>
                    <a:pt x="7080" y="31"/>
                  </a:cubicBezTo>
                  <a:cubicBezTo>
                    <a:pt x="6945" y="15"/>
                    <a:pt x="6806" y="1"/>
                    <a:pt x="66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7889FAE-DDE7-DB90-2B27-C7163E664AD6}"/>
              </a:ext>
            </a:extLst>
          </p:cNvPr>
          <p:cNvSpPr/>
          <p:nvPr/>
        </p:nvSpPr>
        <p:spPr>
          <a:xfrm>
            <a:off x="572972" y="3456414"/>
            <a:ext cx="4930238" cy="823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w to Protect your Digital Identity by Slidesgo">
  <a:themeElements>
    <a:clrScheme name="Simple Light">
      <a:dk1>
        <a:srgbClr val="FFFFFF"/>
      </a:dk1>
      <a:lt1>
        <a:srgbClr val="011936"/>
      </a:lt1>
      <a:dk2>
        <a:srgbClr val="15C2BC"/>
      </a:dk2>
      <a:lt2>
        <a:srgbClr val="E64566"/>
      </a:lt2>
      <a:accent1>
        <a:srgbClr val="46536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606</Words>
  <Application>Microsoft Office PowerPoint</Application>
  <PresentationFormat>On-screen Show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Wingdings</vt:lpstr>
      <vt:lpstr>Roboto</vt:lpstr>
      <vt:lpstr>Arial</vt:lpstr>
      <vt:lpstr>Bebas Neue</vt:lpstr>
      <vt:lpstr>Orbitron</vt:lpstr>
      <vt:lpstr>How to Protect your Digital Identity by Slidesgo</vt:lpstr>
      <vt:lpstr>Security Controls  In Shared Source Code Repositories </vt:lpstr>
      <vt:lpstr>Why Securing Shared Source  Code Matters</vt:lpstr>
      <vt:lpstr>Common Risks in Shared Source Code</vt:lpstr>
      <vt:lpstr>Security Controls in Shared Source Code</vt:lpstr>
      <vt:lpstr>Source Code Protection Best Practices</vt:lpstr>
      <vt:lpstr>Resource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Nardos G</dc:creator>
  <cp:lastModifiedBy>Nardos Gebremedhin</cp:lastModifiedBy>
  <cp:revision>2</cp:revision>
  <dcterms:modified xsi:type="dcterms:W3CDTF">2025-12-14T05:11:11Z</dcterms:modified>
</cp:coreProperties>
</file>